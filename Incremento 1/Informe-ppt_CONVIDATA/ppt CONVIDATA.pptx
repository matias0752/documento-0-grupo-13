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12192000"/>
  <p:notesSz cx="6858000" cy="9144000"/>
  <p:embeddedFontLst>
    <p:embeddedFont>
      <p:font typeface="DM Sans Medium"/>
      <p:regular r:id="rId24"/>
      <p:bold r:id="rId25"/>
      <p:italic r:id="rId26"/>
      <p:boldItalic r:id="rId27"/>
    </p:embeddedFont>
    <p:embeddedFont>
      <p:font typeface="Domine"/>
      <p:regular r:id="rId28"/>
      <p:bold r:id="rId29"/>
    </p:embeddedFont>
    <p:embeddedFont>
      <p:font typeface="DM Sans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DMSansMedium-regular.fntdata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DMSansMedium-italic.fntdata"/><Relationship Id="rId25" Type="http://schemas.openxmlformats.org/officeDocument/2006/relationships/font" Target="fonts/DMSansMedium-bold.fntdata"/><Relationship Id="rId28" Type="http://schemas.openxmlformats.org/officeDocument/2006/relationships/font" Target="fonts/Domine-regular.fntdata"/><Relationship Id="rId27" Type="http://schemas.openxmlformats.org/officeDocument/2006/relationships/font" Target="fonts/DMSansMedium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Domine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DMSans-bold.fntdata"/><Relationship Id="rId30" Type="http://schemas.openxmlformats.org/officeDocument/2006/relationships/font" Target="fonts/DMSans-regular.fntdata"/><Relationship Id="rId11" Type="http://schemas.openxmlformats.org/officeDocument/2006/relationships/slide" Target="slides/slide7.xml"/><Relationship Id="rId33" Type="http://schemas.openxmlformats.org/officeDocument/2006/relationships/font" Target="fonts/DMSans-boldItalic.fntdata"/><Relationship Id="rId10" Type="http://schemas.openxmlformats.org/officeDocument/2006/relationships/slide" Target="slides/slide6.xml"/><Relationship Id="rId32" Type="http://schemas.openxmlformats.org/officeDocument/2006/relationships/font" Target="fonts/DMSans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d6fdf896a_6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ed6fdf896a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ebcaf2e7a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g3ebcaf2e7a9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ebcaf2e7a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" name="Google Shape;190;g3ebcaf2e7a9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ebcaf2e7a9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ebcaf2e7a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ebcaf2e7a9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ebcaf2e7a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2" name="Google Shape;22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0" name="Google Shape;24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ec636c3140_1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ec636c3140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9" name="Google Shape;259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ed6fdf896a_6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ed6fdf896a_6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ebf9b596f1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ebf9b596f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ebf9b596f1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ebf9b596f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ed6fdf896a_6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ed6fdf896a_6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ed9eda4e5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ed9eda4e5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ed9eda4e5e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ed9eda4e5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3" name="Google Shape;323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/>
        </p:nvSpPr>
        <p:spPr>
          <a:xfrm>
            <a:off x="0" y="0"/>
            <a:ext cx="3496422" cy="6858000"/>
          </a:xfrm>
          <a:custGeom>
            <a:rect b="b" l="l" r="r" t="t"/>
            <a:pathLst>
              <a:path extrusionOk="0" h="6858000" w="3496422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4" name="Google Shape;14;p2"/>
          <p:cNvSpPr txBox="1"/>
          <p:nvPr>
            <p:ph type="ctrTitle"/>
          </p:nvPr>
        </p:nvSpPr>
        <p:spPr>
          <a:xfrm>
            <a:off x="4654295" y="1346268"/>
            <a:ext cx="7060135" cy="328520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Meiryo"/>
              <a:buNone/>
              <a:defRPr sz="54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4662312" y="4631475"/>
            <a:ext cx="7052117" cy="11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lvl="0" algn="l">
              <a:lnSpc>
                <a:spcPct val="130000"/>
              </a:lnSpc>
              <a:spcBef>
                <a:spcPts val="93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  <a:defRPr sz="2400">
                <a:solidFill>
                  <a:srgbClr val="262626"/>
                </a:solidFill>
              </a:defRPr>
            </a:lvl1pPr>
            <a:lvl2pPr lvl="1" algn="ctr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2pPr>
            <a:lvl3pPr lvl="2" algn="ctr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lvl="3" algn="ctr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4pPr>
            <a:lvl5pPr lvl="4" algn="ctr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5pPr>
            <a:lvl6pPr lvl="5" algn="ctr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sz="1600"/>
            </a:lvl6pPr>
            <a:lvl7pPr lvl="6" algn="ctr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sz="1600"/>
            </a:lvl7pPr>
            <a:lvl8pPr lvl="7" algn="ctr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sz="1600"/>
            </a:lvl8pPr>
            <a:lvl9pPr lvl="8" algn="ctr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0" type="dt"/>
          </p:nvPr>
        </p:nvSpPr>
        <p:spPr>
          <a:xfrm>
            <a:off x="4654295" y="617415"/>
            <a:ext cx="712372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4654295" y="6170490"/>
            <a:ext cx="558834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10515600" y="6170490"/>
            <a:ext cx="119882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1375409" y="0"/>
            <a:ext cx="2529723" cy="6858000"/>
          </a:xfrm>
          <a:custGeom>
            <a:rect b="b" l="l" r="r" t="t"/>
            <a:pathLst>
              <a:path extrusionOk="0" h="6858000" w="2529723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1155402" y="0"/>
            <a:ext cx="2536434" cy="6858000"/>
          </a:xfrm>
          <a:custGeom>
            <a:rect b="b" l="l" r="r" t="t"/>
            <a:pathLst>
              <a:path extrusionOk="0" h="6858000" w="2536434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924161" y="0"/>
            <a:ext cx="2261351" cy="6858000"/>
          </a:xfrm>
          <a:custGeom>
            <a:rect b="b" l="l" r="r" t="t"/>
            <a:pathLst>
              <a:path extrusionOk="0" h="6858000" w="2521425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DCD6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body"/>
          </p:nvPr>
        </p:nvSpPr>
        <p:spPr>
          <a:xfrm>
            <a:off x="1920240" y="2312276"/>
            <a:ext cx="8770571" cy="365150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1" type="ftr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3124577" y="0"/>
            <a:ext cx="4389519" cy="2916937"/>
            <a:chOff x="3124577" y="0"/>
            <a:chExt cx="4389519" cy="2916937"/>
          </a:xfrm>
        </p:grpSpPr>
        <p:sp>
          <p:nvSpPr>
            <p:cNvPr id="30" name="Google Shape;30;p4"/>
            <p:cNvSpPr/>
            <p:nvPr/>
          </p:nvSpPr>
          <p:spPr>
            <a:xfrm>
              <a:off x="3320637" y="0"/>
              <a:ext cx="4013331" cy="2742133"/>
            </a:xfrm>
            <a:custGeom>
              <a:rect b="b" l="l" r="r" t="t"/>
              <a:pathLst>
                <a:path extrusionOk="0" h="2742133" w="4013331">
                  <a:moveTo>
                    <a:pt x="294151" y="0"/>
                  </a:moveTo>
                  <a:lnTo>
                    <a:pt x="3844057" y="0"/>
                  </a:lnTo>
                  <a:lnTo>
                    <a:pt x="3892490" y="131440"/>
                  </a:lnTo>
                  <a:cubicBezTo>
                    <a:pt x="3971777" y="378867"/>
                    <a:pt x="4013331" y="652783"/>
                    <a:pt x="4013331" y="941251"/>
                  </a:cubicBezTo>
                  <a:cubicBezTo>
                    <a:pt x="4013331" y="1171430"/>
                    <a:pt x="3948997" y="1356167"/>
                    <a:pt x="3804827" y="1540292"/>
                  </a:cubicBezTo>
                  <a:cubicBezTo>
                    <a:pt x="3654026" y="1732895"/>
                    <a:pt x="3427436" y="1910292"/>
                    <a:pt x="3187498" y="2098087"/>
                  </a:cubicBezTo>
                  <a:cubicBezTo>
                    <a:pt x="3143231" y="2132693"/>
                    <a:pt x="3097499" y="2168522"/>
                    <a:pt x="3051769" y="2204787"/>
                  </a:cubicBezTo>
                  <a:cubicBezTo>
                    <a:pt x="2642425" y="2529345"/>
                    <a:pt x="2343664" y="2742133"/>
                    <a:pt x="1936476" y="2742133"/>
                  </a:cubicBezTo>
                  <a:cubicBezTo>
                    <a:pt x="1316045" y="2742133"/>
                    <a:pt x="876647" y="2480932"/>
                    <a:pt x="467303" y="1868695"/>
                  </a:cubicBezTo>
                  <a:cubicBezTo>
                    <a:pt x="413736" y="1788559"/>
                    <a:pt x="361372" y="1715679"/>
                    <a:pt x="310732" y="1645244"/>
                  </a:cubicBezTo>
                  <a:cubicBezTo>
                    <a:pt x="100850" y="1353195"/>
                    <a:pt x="0" y="1201315"/>
                    <a:pt x="0" y="941251"/>
                  </a:cubicBezTo>
                  <a:cubicBezTo>
                    <a:pt x="0" y="683021"/>
                    <a:pt x="63214" y="427935"/>
                    <a:pt x="187749" y="183076"/>
                  </a:cubicBezTo>
                  <a:cubicBezTo>
                    <a:pt x="218215" y="123194"/>
                    <a:pt x="251953" y="64578"/>
                    <a:pt x="288888" y="7329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31" name="Google Shape;31;p4"/>
            <p:cNvSpPr/>
            <p:nvPr/>
          </p:nvSpPr>
          <p:spPr>
            <a:xfrm>
              <a:off x="3566319" y="0"/>
              <a:ext cx="3401415" cy="2440484"/>
            </a:xfrm>
            <a:custGeom>
              <a:rect b="b" l="l" r="r" t="t"/>
              <a:pathLst>
                <a:path extrusionOk="0" h="2440484" w="3401415">
                  <a:moveTo>
                    <a:pt x="332917" y="0"/>
                  </a:moveTo>
                  <a:lnTo>
                    <a:pt x="3207137" y="0"/>
                  </a:lnTo>
                  <a:lnTo>
                    <a:pt x="3242654" y="74937"/>
                  </a:lnTo>
                  <a:cubicBezTo>
                    <a:pt x="3346386" y="322243"/>
                    <a:pt x="3401415" y="608579"/>
                    <a:pt x="3401415" y="914184"/>
                  </a:cubicBezTo>
                  <a:cubicBezTo>
                    <a:pt x="3401415" y="1109268"/>
                    <a:pt x="3346890" y="1265837"/>
                    <a:pt x="3224702" y="1421888"/>
                  </a:cubicBezTo>
                  <a:cubicBezTo>
                    <a:pt x="3096894" y="1585125"/>
                    <a:pt x="2904852" y="1735475"/>
                    <a:pt x="2701498" y="1894635"/>
                  </a:cubicBezTo>
                  <a:cubicBezTo>
                    <a:pt x="2663980" y="1923966"/>
                    <a:pt x="2625221" y="1954332"/>
                    <a:pt x="2586463" y="1985068"/>
                  </a:cubicBezTo>
                  <a:cubicBezTo>
                    <a:pt x="2239532" y="2260140"/>
                    <a:pt x="1986324" y="2440484"/>
                    <a:pt x="1641219" y="2440484"/>
                  </a:cubicBezTo>
                  <a:cubicBezTo>
                    <a:pt x="1115386" y="2440484"/>
                    <a:pt x="742984" y="2219109"/>
                    <a:pt x="396053" y="1700219"/>
                  </a:cubicBezTo>
                  <a:cubicBezTo>
                    <a:pt x="350653" y="1632303"/>
                    <a:pt x="306273" y="1570535"/>
                    <a:pt x="263354" y="1510839"/>
                  </a:cubicBezTo>
                  <a:cubicBezTo>
                    <a:pt x="85473" y="1263318"/>
                    <a:pt x="0" y="1134597"/>
                    <a:pt x="0" y="914184"/>
                  </a:cubicBezTo>
                  <a:cubicBezTo>
                    <a:pt x="0" y="695327"/>
                    <a:pt x="53576" y="479135"/>
                    <a:pt x="159122" y="271610"/>
                  </a:cubicBezTo>
                  <a:cubicBezTo>
                    <a:pt x="184943" y="220858"/>
                    <a:pt x="213538" y="171179"/>
                    <a:pt x="244841" y="122658"/>
                  </a:cubicBezTo>
                  <a:close/>
                </a:path>
              </a:pathLst>
            </a:custGeom>
            <a:noFill/>
            <a:ln cap="flat" cmpd="sng" w="15875">
              <a:solidFill>
                <a:srgbClr val="DCD6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3232490" y="0"/>
              <a:ext cx="4164597" cy="2817185"/>
            </a:xfrm>
            <a:custGeom>
              <a:rect b="b" l="l" r="r" t="t"/>
              <a:pathLst>
                <a:path extrusionOk="0" h="2806419" w="4130517">
                  <a:moveTo>
                    <a:pt x="237339" y="0"/>
                  </a:moveTo>
                  <a:lnTo>
                    <a:pt x="3997489" y="0"/>
                  </a:lnTo>
                  <a:lnTo>
                    <a:pt x="4006148" y="24333"/>
                  </a:lnTo>
                  <a:cubicBezTo>
                    <a:pt x="4087750" y="288004"/>
                    <a:pt x="4130517" y="579903"/>
                    <a:pt x="4130517" y="887307"/>
                  </a:cubicBezTo>
                  <a:cubicBezTo>
                    <a:pt x="4130517" y="1132599"/>
                    <a:pt x="4064304" y="1329464"/>
                    <a:pt x="3915925" y="1525677"/>
                  </a:cubicBezTo>
                  <a:cubicBezTo>
                    <a:pt x="3760721" y="1730924"/>
                    <a:pt x="3527514" y="1919967"/>
                    <a:pt x="3280571" y="2120090"/>
                  </a:cubicBezTo>
                  <a:cubicBezTo>
                    <a:pt x="3235011" y="2156968"/>
                    <a:pt x="3187944" y="2195151"/>
                    <a:pt x="3140878" y="2233796"/>
                  </a:cubicBezTo>
                  <a:cubicBezTo>
                    <a:pt x="2719582" y="2579662"/>
                    <a:pt x="2412097" y="2806419"/>
                    <a:pt x="1993019" y="2806419"/>
                  </a:cubicBezTo>
                  <a:cubicBezTo>
                    <a:pt x="1354472" y="2806419"/>
                    <a:pt x="902244" y="2528070"/>
                    <a:pt x="480948" y="1875638"/>
                  </a:cubicBezTo>
                  <a:cubicBezTo>
                    <a:pt x="425816" y="1790244"/>
                    <a:pt x="371924" y="1712578"/>
                    <a:pt x="319805" y="1637519"/>
                  </a:cubicBezTo>
                  <a:cubicBezTo>
                    <a:pt x="103795" y="1326296"/>
                    <a:pt x="0" y="1164446"/>
                    <a:pt x="0" y="887307"/>
                  </a:cubicBezTo>
                  <a:cubicBezTo>
                    <a:pt x="0" y="612125"/>
                    <a:pt x="65060" y="340293"/>
                    <a:pt x="193231" y="79360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33" name="Google Shape;33;p4"/>
            <p:cNvSpPr/>
            <p:nvPr/>
          </p:nvSpPr>
          <p:spPr>
            <a:xfrm>
              <a:off x="3124577" y="0"/>
              <a:ext cx="4389519" cy="2916937"/>
            </a:xfrm>
            <a:custGeom>
              <a:rect b="b" l="l" r="r" t="t"/>
              <a:pathLst>
                <a:path extrusionOk="0" h="2916937" w="4389519">
                  <a:moveTo>
                    <a:pt x="208215" y="0"/>
                  </a:moveTo>
                  <a:lnTo>
                    <a:pt x="4284014" y="0"/>
                  </a:lnTo>
                  <a:lnTo>
                    <a:pt x="4335794" y="207911"/>
                  </a:lnTo>
                  <a:cubicBezTo>
                    <a:pt x="4388748" y="479686"/>
                    <a:pt x="4403109" y="773803"/>
                    <a:pt x="4376420" y="1078865"/>
                  </a:cubicBezTo>
                  <a:cubicBezTo>
                    <a:pt x="4353703" y="1338514"/>
                    <a:pt x="4265383" y="1540772"/>
                    <a:pt x="4090147" y="1734728"/>
                  </a:cubicBezTo>
                  <a:cubicBezTo>
                    <a:pt x="3906850" y="1937616"/>
                    <a:pt x="3642485" y="2116128"/>
                    <a:pt x="3362552" y="2305097"/>
                  </a:cubicBezTo>
                  <a:cubicBezTo>
                    <a:pt x="3310910" y="2339914"/>
                    <a:pt x="3257553" y="2375972"/>
                    <a:pt x="3204152" y="2412521"/>
                  </a:cubicBezTo>
                  <a:cubicBezTo>
                    <a:pt x="2726165" y="2739616"/>
                    <a:pt x="2379682" y="2951171"/>
                    <a:pt x="1936072" y="2912360"/>
                  </a:cubicBezTo>
                  <a:cubicBezTo>
                    <a:pt x="1260148" y="2853224"/>
                    <a:pt x="807225" y="2516700"/>
                    <a:pt x="421690" y="1787063"/>
                  </a:cubicBezTo>
                  <a:cubicBezTo>
                    <a:pt x="371240" y="1691563"/>
                    <a:pt x="321385" y="1604361"/>
                    <a:pt x="273167" y="1520080"/>
                  </a:cubicBezTo>
                  <a:cubicBezTo>
                    <a:pt x="73334" y="1170636"/>
                    <a:pt x="-21548" y="989700"/>
                    <a:pt x="4118" y="696338"/>
                  </a:cubicBezTo>
                  <a:cubicBezTo>
                    <a:pt x="23232" y="477870"/>
                    <a:pt x="80908" y="264786"/>
                    <a:pt x="175984" y="60381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  <p:grpSp>
        <p:nvGrpSpPr>
          <p:cNvPr id="34" name="Google Shape;34;p4"/>
          <p:cNvGrpSpPr/>
          <p:nvPr/>
        </p:nvGrpSpPr>
        <p:grpSpPr>
          <a:xfrm>
            <a:off x="8122942" y="0"/>
            <a:ext cx="4069058" cy="3547008"/>
            <a:chOff x="8122942" y="0"/>
            <a:chExt cx="4069058" cy="3547008"/>
          </a:xfrm>
        </p:grpSpPr>
        <p:sp>
          <p:nvSpPr>
            <p:cNvPr id="35" name="Google Shape;35;p4"/>
            <p:cNvSpPr/>
            <p:nvPr/>
          </p:nvSpPr>
          <p:spPr>
            <a:xfrm>
              <a:off x="8122942" y="0"/>
              <a:ext cx="4069058" cy="3547008"/>
            </a:xfrm>
            <a:custGeom>
              <a:rect b="b" l="l" r="r" t="t"/>
              <a:pathLst>
                <a:path extrusionOk="0" h="3547008" w="4069058">
                  <a:moveTo>
                    <a:pt x="305212" y="0"/>
                  </a:moveTo>
                  <a:lnTo>
                    <a:pt x="4069058" y="0"/>
                  </a:lnTo>
                  <a:lnTo>
                    <a:pt x="4069058" y="2865785"/>
                  </a:lnTo>
                  <a:lnTo>
                    <a:pt x="3996814" y="2947457"/>
                  </a:lnTo>
                  <a:cubicBezTo>
                    <a:pt x="3654887" y="3311545"/>
                    <a:pt x="3252443" y="3496175"/>
                    <a:pt x="2732780" y="3541640"/>
                  </a:cubicBezTo>
                  <a:cubicBezTo>
                    <a:pt x="2236701" y="3585041"/>
                    <a:pt x="1850359" y="3361306"/>
                    <a:pt x="1317550" y="3015110"/>
                  </a:cubicBezTo>
                  <a:cubicBezTo>
                    <a:pt x="1258026" y="2976425"/>
                    <a:pt x="1198546" y="2938265"/>
                    <a:pt x="1140977" y="2901419"/>
                  </a:cubicBezTo>
                  <a:cubicBezTo>
                    <a:pt x="828927" y="2701433"/>
                    <a:pt x="534230" y="2512513"/>
                    <a:pt x="330269" y="2297252"/>
                  </a:cubicBezTo>
                  <a:cubicBezTo>
                    <a:pt x="135278" y="2091465"/>
                    <a:pt x="37487" y="1876435"/>
                    <a:pt x="13299" y="1599966"/>
                  </a:cubicBezTo>
                  <a:cubicBezTo>
                    <a:pt x="-32170" y="1080250"/>
                    <a:pt x="39709" y="589889"/>
                    <a:pt x="217457" y="178659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36" name="Google Shape;36;p4"/>
            <p:cNvSpPr/>
            <p:nvPr/>
          </p:nvSpPr>
          <p:spPr>
            <a:xfrm flipH="1">
              <a:off x="8319994" y="0"/>
              <a:ext cx="3872006" cy="3321595"/>
            </a:xfrm>
            <a:custGeom>
              <a:rect b="b" l="l" r="r" t="t"/>
              <a:pathLst>
                <a:path extrusionOk="0" h="3321595" w="3872006">
                  <a:moveTo>
                    <a:pt x="3466434" y="0"/>
                  </a:moveTo>
                  <a:lnTo>
                    <a:pt x="65800" y="0"/>
                  </a:lnTo>
                  <a:lnTo>
                    <a:pt x="0" y="59511"/>
                  </a:lnTo>
                  <a:lnTo>
                    <a:pt x="0" y="2518435"/>
                  </a:lnTo>
                  <a:lnTo>
                    <a:pt x="80122" y="2618704"/>
                  </a:lnTo>
                  <a:cubicBezTo>
                    <a:pt x="490323" y="3108658"/>
                    <a:pt x="942414" y="3321595"/>
                    <a:pt x="1549501" y="3321595"/>
                  </a:cubicBezTo>
                  <a:cubicBezTo>
                    <a:pt x="2004852" y="3321595"/>
                    <a:pt x="2338950" y="3095023"/>
                    <a:pt x="2796711" y="2749441"/>
                  </a:cubicBezTo>
                  <a:cubicBezTo>
                    <a:pt x="2847850" y="2710827"/>
                    <a:pt x="2898991" y="2672676"/>
                    <a:pt x="2948494" y="2635829"/>
                  </a:cubicBezTo>
                  <a:cubicBezTo>
                    <a:pt x="3216812" y="2435869"/>
                    <a:pt x="3470203" y="2246981"/>
                    <a:pt x="3638840" y="2041901"/>
                  </a:cubicBezTo>
                  <a:cubicBezTo>
                    <a:pt x="3800062" y="1845849"/>
                    <a:pt x="3872006" y="1649145"/>
                    <a:pt x="3872006" y="1404055"/>
                  </a:cubicBezTo>
                  <a:cubicBezTo>
                    <a:pt x="3872006" y="866538"/>
                    <a:pt x="3729694" y="376466"/>
                    <a:pt x="3467973" y="1974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37" name="Google Shape;37;p4"/>
            <p:cNvSpPr/>
            <p:nvPr/>
          </p:nvSpPr>
          <p:spPr>
            <a:xfrm flipH="1">
              <a:off x="8729240" y="9274"/>
              <a:ext cx="3462454" cy="3010961"/>
            </a:xfrm>
            <a:custGeom>
              <a:rect b="b" l="l" r="r" t="t"/>
              <a:pathLst>
                <a:path extrusionOk="0" h="3010961" w="3462454">
                  <a:moveTo>
                    <a:pt x="2953507" y="0"/>
                  </a:moveTo>
                  <a:lnTo>
                    <a:pt x="477652" y="0"/>
                  </a:lnTo>
                  <a:lnTo>
                    <a:pt x="327396" y="113681"/>
                  </a:lnTo>
                  <a:cubicBezTo>
                    <a:pt x="222344" y="200626"/>
                    <a:pt x="128536" y="293564"/>
                    <a:pt x="46554" y="391785"/>
                  </a:cubicBezTo>
                  <a:lnTo>
                    <a:pt x="0" y="453516"/>
                  </a:lnTo>
                  <a:lnTo>
                    <a:pt x="0" y="2083461"/>
                  </a:lnTo>
                  <a:lnTo>
                    <a:pt x="26382" y="2118637"/>
                  </a:lnTo>
                  <a:cubicBezTo>
                    <a:pt x="51135" y="2152065"/>
                    <a:pt x="76235" y="2186586"/>
                    <a:pt x="101620" y="2222744"/>
                  </a:cubicBezTo>
                  <a:cubicBezTo>
                    <a:pt x="489585" y="2775245"/>
                    <a:pt x="906035" y="3010961"/>
                    <a:pt x="1494064" y="3010961"/>
                  </a:cubicBezTo>
                  <a:cubicBezTo>
                    <a:pt x="1879987" y="3010961"/>
                    <a:pt x="2163144" y="2818935"/>
                    <a:pt x="2551110" y="2526044"/>
                  </a:cubicBezTo>
                  <a:cubicBezTo>
                    <a:pt x="2594452" y="2493317"/>
                    <a:pt x="2637795" y="2460984"/>
                    <a:pt x="2679751" y="2429754"/>
                  </a:cubicBezTo>
                  <a:cubicBezTo>
                    <a:pt x="2907158" y="2260282"/>
                    <a:pt x="3121914" y="2100194"/>
                    <a:pt x="3264840" y="1926383"/>
                  </a:cubicBezTo>
                  <a:cubicBezTo>
                    <a:pt x="3401480" y="1760224"/>
                    <a:pt x="3462454" y="1593511"/>
                    <a:pt x="3462454" y="1385790"/>
                  </a:cubicBezTo>
                  <a:cubicBezTo>
                    <a:pt x="3462454" y="865148"/>
                    <a:pt x="3304918" y="397028"/>
                    <a:pt x="3018820" y="67626"/>
                  </a:cubicBezTo>
                  <a:close/>
                </a:path>
              </a:pathLst>
            </a:custGeom>
            <a:noFill/>
            <a:ln cap="flat" cmpd="sng" w="15875">
              <a:solidFill>
                <a:srgbClr val="DCD6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38" name="Google Shape;38;p4"/>
            <p:cNvSpPr/>
            <p:nvPr/>
          </p:nvSpPr>
          <p:spPr>
            <a:xfrm flipH="1">
              <a:off x="8243247" y="9274"/>
              <a:ext cx="3948447" cy="3411460"/>
            </a:xfrm>
            <a:custGeom>
              <a:rect b="b" l="l" r="r" t="t"/>
              <a:pathLst>
                <a:path extrusionOk="0" h="3411460" w="3904481">
                  <a:moveTo>
                    <a:pt x="3564894" y="0"/>
                  </a:moveTo>
                  <a:lnTo>
                    <a:pt x="0" y="0"/>
                  </a:lnTo>
                  <a:lnTo>
                    <a:pt x="0" y="2659993"/>
                  </a:lnTo>
                  <a:lnTo>
                    <a:pt x="1876" y="2662425"/>
                  </a:lnTo>
                  <a:cubicBezTo>
                    <a:pt x="424055" y="3184544"/>
                    <a:pt x="889346" y="3411460"/>
                    <a:pt x="1514161" y="3411460"/>
                  </a:cubicBezTo>
                  <a:cubicBezTo>
                    <a:pt x="1982808" y="3411460"/>
                    <a:pt x="2326661" y="3170014"/>
                    <a:pt x="2797788" y="2801744"/>
                  </a:cubicBezTo>
                  <a:cubicBezTo>
                    <a:pt x="2850420" y="2760595"/>
                    <a:pt x="2903054" y="2719940"/>
                    <a:pt x="2954004" y="2680673"/>
                  </a:cubicBezTo>
                  <a:cubicBezTo>
                    <a:pt x="3230156" y="2467586"/>
                    <a:pt x="3490946" y="2266297"/>
                    <a:pt x="3664508" y="2047754"/>
                  </a:cubicBezTo>
                  <a:cubicBezTo>
                    <a:pt x="3830437" y="1838832"/>
                    <a:pt x="3904481" y="1629214"/>
                    <a:pt x="3904481" y="1368033"/>
                  </a:cubicBezTo>
                  <a:cubicBezTo>
                    <a:pt x="3904481" y="877057"/>
                    <a:pt x="3796872" y="423228"/>
                    <a:pt x="3596499" y="52268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  <p:grpSp>
        <p:nvGrpSpPr>
          <p:cNvPr id="39" name="Google Shape;39;p4"/>
          <p:cNvGrpSpPr/>
          <p:nvPr/>
        </p:nvGrpSpPr>
        <p:grpSpPr>
          <a:xfrm>
            <a:off x="-1" y="1355238"/>
            <a:ext cx="4381339" cy="5510713"/>
            <a:chOff x="0" y="1347287"/>
            <a:chExt cx="4259808" cy="5510713"/>
          </a:xfrm>
        </p:grpSpPr>
        <p:sp>
          <p:nvSpPr>
            <p:cNvPr id="40" name="Google Shape;40;p4"/>
            <p:cNvSpPr/>
            <p:nvPr/>
          </p:nvSpPr>
          <p:spPr>
            <a:xfrm>
              <a:off x="0" y="1676545"/>
              <a:ext cx="4174269" cy="5181455"/>
            </a:xfrm>
            <a:custGeom>
              <a:rect b="b" l="l" r="r" t="t"/>
              <a:pathLst>
                <a:path extrusionOk="0" h="5181455" w="4174269">
                  <a:moveTo>
                    <a:pt x="1155130" y="990"/>
                  </a:moveTo>
                  <a:cubicBezTo>
                    <a:pt x="1564667" y="12730"/>
                    <a:pt x="1984593" y="129250"/>
                    <a:pt x="2396955" y="367328"/>
                  </a:cubicBezTo>
                  <a:cubicBezTo>
                    <a:pt x="3871760" y="1218807"/>
                    <a:pt x="4678347" y="3276416"/>
                    <a:pt x="3827960" y="4749328"/>
                  </a:cubicBezTo>
                  <a:cubicBezTo>
                    <a:pt x="3748235" y="4887417"/>
                    <a:pt x="3658928" y="4998272"/>
                    <a:pt x="3561502" y="5090948"/>
                  </a:cubicBezTo>
                  <a:lnTo>
                    <a:pt x="3452726" y="5181455"/>
                  </a:lnTo>
                  <a:lnTo>
                    <a:pt x="0" y="5181455"/>
                  </a:lnTo>
                  <a:lnTo>
                    <a:pt x="0" y="251605"/>
                  </a:lnTo>
                  <a:lnTo>
                    <a:pt x="157396" y="182600"/>
                  </a:lnTo>
                  <a:cubicBezTo>
                    <a:pt x="475610" y="54980"/>
                    <a:pt x="811718" y="-8854"/>
                    <a:pt x="1155130" y="99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0" y="1347287"/>
              <a:ext cx="4259808" cy="5510713"/>
            </a:xfrm>
            <a:custGeom>
              <a:rect b="b" l="l" r="r" t="t"/>
              <a:pathLst>
                <a:path extrusionOk="0" h="5510713" w="4259808">
                  <a:moveTo>
                    <a:pt x="948905" y="1556"/>
                  </a:moveTo>
                  <a:cubicBezTo>
                    <a:pt x="1395136" y="16867"/>
                    <a:pt x="1853354" y="145625"/>
                    <a:pt x="2304106" y="405867"/>
                  </a:cubicBezTo>
                  <a:cubicBezTo>
                    <a:pt x="3916211" y="1336616"/>
                    <a:pt x="4808028" y="3568218"/>
                    <a:pt x="3890982" y="5156588"/>
                  </a:cubicBezTo>
                  <a:cubicBezTo>
                    <a:pt x="3826502" y="5268272"/>
                    <a:pt x="3756052" y="5363347"/>
                    <a:pt x="3680329" y="5445948"/>
                  </a:cubicBezTo>
                  <a:lnTo>
                    <a:pt x="3616504" y="5510713"/>
                  </a:lnTo>
                  <a:lnTo>
                    <a:pt x="0" y="5510713"/>
                  </a:lnTo>
                  <a:lnTo>
                    <a:pt x="0" y="144797"/>
                  </a:lnTo>
                  <a:lnTo>
                    <a:pt x="164164" y="92266"/>
                  </a:lnTo>
                  <a:cubicBezTo>
                    <a:pt x="418657" y="23914"/>
                    <a:pt x="681631" y="-7614"/>
                    <a:pt x="948905" y="1556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0" y="1592806"/>
              <a:ext cx="4029221" cy="5265194"/>
            </a:xfrm>
            <a:custGeom>
              <a:rect b="b" l="l" r="r" t="t"/>
              <a:pathLst>
                <a:path extrusionOk="0" h="5265194" w="4029221">
                  <a:moveTo>
                    <a:pt x="812878" y="840"/>
                  </a:moveTo>
                  <a:cubicBezTo>
                    <a:pt x="862065" y="-449"/>
                    <a:pt x="911443" y="-258"/>
                    <a:pt x="960980" y="1442"/>
                  </a:cubicBezTo>
                  <a:cubicBezTo>
                    <a:pt x="1374507" y="15631"/>
                    <a:pt x="1799140" y="134952"/>
                    <a:pt x="2216856" y="376120"/>
                  </a:cubicBezTo>
                  <a:cubicBezTo>
                    <a:pt x="3710806" y="1238652"/>
                    <a:pt x="4537261" y="3306696"/>
                    <a:pt x="3687427" y="4778650"/>
                  </a:cubicBezTo>
                  <a:cubicBezTo>
                    <a:pt x="3567917" y="4985647"/>
                    <a:pt x="3426282" y="5131074"/>
                    <a:pt x="3267677" y="5245601"/>
                  </a:cubicBezTo>
                  <a:lnTo>
                    <a:pt x="3237167" y="5265194"/>
                  </a:lnTo>
                  <a:lnTo>
                    <a:pt x="0" y="5265194"/>
                  </a:lnTo>
                  <a:lnTo>
                    <a:pt x="0" y="162790"/>
                  </a:lnTo>
                  <a:lnTo>
                    <a:pt x="58408" y="139352"/>
                  </a:lnTo>
                  <a:cubicBezTo>
                    <a:pt x="301661" y="55163"/>
                    <a:pt x="554646" y="7607"/>
                    <a:pt x="812878" y="840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DCD6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3" name="Google Shape;43;p4"/>
            <p:cNvSpPr/>
            <p:nvPr/>
          </p:nvSpPr>
          <p:spPr>
            <a:xfrm>
              <a:off x="0" y="2147333"/>
              <a:ext cx="3702048" cy="4710667"/>
            </a:xfrm>
            <a:custGeom>
              <a:rect b="b" l="l" r="r" t="t"/>
              <a:pathLst>
                <a:path extrusionOk="0" h="4710667" w="3702048">
                  <a:moveTo>
                    <a:pt x="1057511" y="1243"/>
                  </a:moveTo>
                  <a:cubicBezTo>
                    <a:pt x="1413932" y="13473"/>
                    <a:pt x="1779927" y="116316"/>
                    <a:pt x="2139959" y="324180"/>
                  </a:cubicBezTo>
                  <a:cubicBezTo>
                    <a:pt x="3427605" y="1067603"/>
                    <a:pt x="4139931" y="2850064"/>
                    <a:pt x="3407455" y="4118750"/>
                  </a:cubicBezTo>
                  <a:cubicBezTo>
                    <a:pt x="3235777" y="4416105"/>
                    <a:pt x="3011128" y="4566048"/>
                    <a:pt x="2754080" y="4690965"/>
                  </a:cubicBezTo>
                  <a:lnTo>
                    <a:pt x="2711405" y="4710667"/>
                  </a:lnTo>
                  <a:lnTo>
                    <a:pt x="0" y="4710667"/>
                  </a:lnTo>
                  <a:lnTo>
                    <a:pt x="0" y="239601"/>
                  </a:lnTo>
                  <a:lnTo>
                    <a:pt x="72857" y="203063"/>
                  </a:lnTo>
                  <a:cubicBezTo>
                    <a:pt x="383165" y="61024"/>
                    <a:pt x="715942" y="-10476"/>
                    <a:pt x="1057511" y="1243"/>
                  </a:cubicBezTo>
                  <a:close/>
                </a:path>
              </a:pathLst>
            </a:custGeom>
            <a:noFill/>
            <a:ln cap="flat" cmpd="sng" w="15875">
              <a:solidFill>
                <a:srgbClr val="DCD6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  <p:sp>
        <p:nvSpPr>
          <p:cNvPr id="44" name="Google Shape;44;p4"/>
          <p:cNvSpPr txBox="1"/>
          <p:nvPr>
            <p:ph type="title"/>
          </p:nvPr>
        </p:nvSpPr>
        <p:spPr>
          <a:xfrm>
            <a:off x="4654296" y="3420734"/>
            <a:ext cx="6665976" cy="2129674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Meiryo"/>
              <a:buNone/>
              <a:defRPr sz="4800" cap="none">
                <a:solidFill>
                  <a:srgbClr val="3F3F3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"/>
          <p:cNvSpPr txBox="1"/>
          <p:nvPr>
            <p:ph idx="11" type="ftr"/>
          </p:nvPr>
        </p:nvSpPr>
        <p:spPr>
          <a:xfrm>
            <a:off x="4654296" y="6170490"/>
            <a:ext cx="571331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sp>
        <p:nvSpPr>
          <p:cNvPr id="47" name="Google Shape;47;p4"/>
          <p:cNvSpPr txBox="1"/>
          <p:nvPr>
            <p:ph idx="1" type="body"/>
          </p:nvPr>
        </p:nvSpPr>
        <p:spPr>
          <a:xfrm>
            <a:off x="4654295" y="5550408"/>
            <a:ext cx="6665975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8" name="Google Shape;48;p4"/>
          <p:cNvSpPr txBox="1"/>
          <p:nvPr>
            <p:ph idx="10" type="dt"/>
          </p:nvPr>
        </p:nvSpPr>
        <p:spPr>
          <a:xfrm>
            <a:off x="640080" y="6170491"/>
            <a:ext cx="28400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 txBox="1"/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1" type="body"/>
          </p:nvPr>
        </p:nvSpPr>
        <p:spPr>
          <a:xfrm>
            <a:off x="1920240" y="2438399"/>
            <a:ext cx="4160520" cy="36576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2" type="body"/>
          </p:nvPr>
        </p:nvSpPr>
        <p:spPr>
          <a:xfrm>
            <a:off x="6530290" y="2438399"/>
            <a:ext cx="4160520" cy="36576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10" type="dt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11" type="ftr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"/>
          <p:cNvSpPr txBox="1"/>
          <p:nvPr>
            <p:ph idx="1" type="body"/>
          </p:nvPr>
        </p:nvSpPr>
        <p:spPr>
          <a:xfrm>
            <a:off x="1920241" y="2456408"/>
            <a:ext cx="416052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30000"/>
              </a:lnSpc>
              <a:spcBef>
                <a:spcPts val="93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8" name="Google Shape;58;p6"/>
          <p:cNvSpPr txBox="1"/>
          <p:nvPr>
            <p:ph idx="2" type="body"/>
          </p:nvPr>
        </p:nvSpPr>
        <p:spPr>
          <a:xfrm>
            <a:off x="1920241" y="3316639"/>
            <a:ext cx="4160520" cy="277936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59" name="Google Shape;59;p6"/>
          <p:cNvSpPr txBox="1"/>
          <p:nvPr>
            <p:ph idx="3" type="body"/>
          </p:nvPr>
        </p:nvSpPr>
        <p:spPr>
          <a:xfrm>
            <a:off x="6530290" y="2456408"/>
            <a:ext cx="416052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99000"/>
              </a:lnSpc>
              <a:spcBef>
                <a:spcPts val="93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 cap="none">
                <a:solidFill>
                  <a:schemeClr val="accent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0" name="Google Shape;60;p6"/>
          <p:cNvSpPr txBox="1"/>
          <p:nvPr>
            <p:ph idx="4" type="body"/>
          </p:nvPr>
        </p:nvSpPr>
        <p:spPr>
          <a:xfrm>
            <a:off x="6530290" y="3316639"/>
            <a:ext cx="4160520" cy="277936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61" name="Google Shape;61;p6"/>
          <p:cNvSpPr txBox="1"/>
          <p:nvPr>
            <p:ph idx="10" type="dt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6"/>
          <p:cNvSpPr txBox="1"/>
          <p:nvPr>
            <p:ph idx="11" type="ftr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sp>
        <p:nvSpPr>
          <p:cNvPr id="64" name="Google Shape;64;p6"/>
          <p:cNvSpPr txBox="1"/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"/>
          <p:cNvSpPr txBox="1"/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7"/>
          <p:cNvSpPr txBox="1"/>
          <p:nvPr>
            <p:ph idx="10" type="dt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1" type="ftr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7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bg>
      <p:bgPr>
        <a:solidFill>
          <a:schemeClr val="lt2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8"/>
          <p:cNvSpPr txBox="1"/>
          <p:nvPr>
            <p:ph idx="10" type="dt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8"/>
          <p:cNvSpPr txBox="1"/>
          <p:nvPr>
            <p:ph idx="11" type="ftr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8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"/>
          <p:cNvSpPr txBox="1"/>
          <p:nvPr>
            <p:ph type="title"/>
          </p:nvPr>
        </p:nvSpPr>
        <p:spPr>
          <a:xfrm>
            <a:off x="8476488" y="640080"/>
            <a:ext cx="3227715" cy="255175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400"/>
              <a:buFont typeface="Meiryo"/>
              <a:buNone/>
              <a:defRPr sz="3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9"/>
          <p:cNvSpPr txBox="1"/>
          <p:nvPr>
            <p:ph idx="1" type="body"/>
          </p:nvPr>
        </p:nvSpPr>
        <p:spPr>
          <a:xfrm>
            <a:off x="1280160" y="640080"/>
            <a:ext cx="6949440" cy="545591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indent="-3302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Char char="–"/>
              <a:defRPr sz="1600"/>
            </a:lvl3pPr>
            <a:lvl4pPr indent="-3175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  <a:defRPr sz="1400"/>
            </a:lvl5pPr>
            <a:lvl6pPr indent="-3175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400"/>
              <a:buChar char="–"/>
              <a:defRPr sz="1400"/>
            </a:lvl6pPr>
            <a:lvl7pPr indent="-3175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400"/>
              <a:buChar char="–"/>
              <a:defRPr sz="1400"/>
            </a:lvl7pPr>
            <a:lvl8pPr indent="-3175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400"/>
              <a:buChar char="–"/>
              <a:defRPr sz="1400"/>
            </a:lvl8pPr>
            <a:lvl9pPr indent="-3175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400"/>
              <a:buChar char="–"/>
              <a:defRPr sz="1400"/>
            </a:lvl9pPr>
          </a:lstStyle>
          <a:p/>
        </p:txBody>
      </p:sp>
      <p:sp>
        <p:nvSpPr>
          <p:cNvPr id="77" name="Google Shape;77;p9"/>
          <p:cNvSpPr txBox="1"/>
          <p:nvPr>
            <p:ph idx="2" type="body"/>
          </p:nvPr>
        </p:nvSpPr>
        <p:spPr>
          <a:xfrm>
            <a:off x="8476488" y="3223803"/>
            <a:ext cx="3227715" cy="287219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14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8" name="Google Shape;78;p9"/>
          <p:cNvSpPr txBox="1"/>
          <p:nvPr>
            <p:ph idx="10" type="dt"/>
          </p:nvPr>
        </p:nvSpPr>
        <p:spPr>
          <a:xfrm>
            <a:off x="8476488" y="6170491"/>
            <a:ext cx="221432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9"/>
          <p:cNvSpPr txBox="1"/>
          <p:nvPr>
            <p:ph idx="11" type="ftr"/>
          </p:nvPr>
        </p:nvSpPr>
        <p:spPr>
          <a:xfrm>
            <a:off x="1280160" y="6170490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"/>
          <p:cNvSpPr/>
          <p:nvPr>
            <p:ph idx="2" type="pic"/>
          </p:nvPr>
        </p:nvSpPr>
        <p:spPr>
          <a:xfrm>
            <a:off x="0" y="0"/>
            <a:ext cx="8102651" cy="6857999"/>
          </a:xfrm>
          <a:prstGeom prst="rect">
            <a:avLst/>
          </a:prstGeom>
          <a:solidFill>
            <a:srgbClr val="DCD6C4"/>
          </a:solidFill>
          <a:ln>
            <a:noFill/>
          </a:ln>
        </p:spPr>
      </p:sp>
      <p:sp>
        <p:nvSpPr>
          <p:cNvPr id="83" name="Google Shape;83;p10"/>
          <p:cNvSpPr txBox="1"/>
          <p:nvPr>
            <p:ph type="title"/>
          </p:nvPr>
        </p:nvSpPr>
        <p:spPr>
          <a:xfrm>
            <a:off x="8476488" y="1503910"/>
            <a:ext cx="3230625" cy="1687924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400"/>
              <a:buFont typeface="Meiryo"/>
              <a:buNone/>
              <a:defRPr sz="3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0"/>
          <p:cNvSpPr txBox="1"/>
          <p:nvPr>
            <p:ph idx="1" type="body"/>
          </p:nvPr>
        </p:nvSpPr>
        <p:spPr>
          <a:xfrm>
            <a:off x="8476488" y="3223806"/>
            <a:ext cx="3227832" cy="287219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14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5" name="Google Shape;85;p10"/>
          <p:cNvSpPr txBox="1"/>
          <p:nvPr>
            <p:ph idx="10" type="dt"/>
          </p:nvPr>
        </p:nvSpPr>
        <p:spPr>
          <a:xfrm>
            <a:off x="8476488" y="6170491"/>
            <a:ext cx="221432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>
            <p:ph idx="11" type="ftr"/>
          </p:nvPr>
        </p:nvSpPr>
        <p:spPr>
          <a:xfrm>
            <a:off x="1280160" y="6170490"/>
            <a:ext cx="646441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0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 txBox="1"/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1" type="body"/>
          </p:nvPr>
        </p:nvSpPr>
        <p:spPr>
          <a:xfrm rot="5400000">
            <a:off x="4479774" y="-247258"/>
            <a:ext cx="3651504" cy="877057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91" name="Google Shape;91;p11"/>
          <p:cNvSpPr txBox="1"/>
          <p:nvPr>
            <p:ph idx="10" type="dt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1"/>
          <p:cNvSpPr txBox="1"/>
          <p:nvPr>
            <p:ph idx="11" type="ftr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1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>
            <p:ph type="title"/>
          </p:nvPr>
        </p:nvSpPr>
        <p:spPr>
          <a:xfrm rot="5400000">
            <a:off x="7393812" y="2391190"/>
            <a:ext cx="5339932" cy="1571626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2"/>
          <p:cNvSpPr txBox="1"/>
          <p:nvPr>
            <p:ph idx="1" type="body"/>
          </p:nvPr>
        </p:nvSpPr>
        <p:spPr>
          <a:xfrm rot="5400000">
            <a:off x="3252190" y="205883"/>
            <a:ext cx="5322596" cy="595957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97" name="Google Shape;97;p12"/>
          <p:cNvSpPr txBox="1"/>
          <p:nvPr>
            <p:ph idx="10" type="dt"/>
          </p:nvPr>
        </p:nvSpPr>
        <p:spPr>
          <a:xfrm>
            <a:off x="9277965" y="6296615"/>
            <a:ext cx="250599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2"/>
          <p:cNvSpPr txBox="1"/>
          <p:nvPr>
            <p:ph idx="11" type="ftr"/>
          </p:nvPr>
        </p:nvSpPr>
        <p:spPr>
          <a:xfrm>
            <a:off x="2933699" y="6296615"/>
            <a:ext cx="59595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2"/>
          <p:cNvSpPr txBox="1"/>
          <p:nvPr>
            <p:ph idx="12" type="sldNum"/>
          </p:nvPr>
        </p:nvSpPr>
        <p:spPr>
          <a:xfrm rot="5400000">
            <a:off x="8734643" y="2853201"/>
            <a:ext cx="5383267" cy="60426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cxnSp>
        <p:nvCxnSpPr>
          <p:cNvPr id="100" name="Google Shape;100;p12" title="Rule Line"/>
          <p:cNvCxnSpPr/>
          <p:nvPr/>
        </p:nvCxnSpPr>
        <p:spPr>
          <a:xfrm>
            <a:off x="9111582" y="571502"/>
            <a:ext cx="0" cy="5275467"/>
          </a:xfrm>
          <a:prstGeom prst="straightConnector1">
            <a:avLst/>
          </a:prstGeom>
          <a:noFill/>
          <a:ln cap="flat" cmpd="sng" w="381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Meiryo"/>
              <a:buNone/>
              <a:defRPr b="1" i="0" sz="32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920240" y="2312276"/>
            <a:ext cx="8770571" cy="365150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marR="0" rtl="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Corbel"/>
              <a:buNone/>
              <a:defRPr b="0" i="0" sz="18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-228600" lvl="1" marL="914400" marR="0" rtl="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Corbel"/>
              <a:buNone/>
              <a:defRPr b="0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-317500" lvl="2" marL="1371600" marR="0" rtl="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orbel"/>
              <a:buChar char="–"/>
              <a:defRPr b="0" i="1" sz="14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-317500" lvl="3" marL="1828800" marR="0" rtl="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orbel"/>
              <a:buChar char="–"/>
              <a:defRPr b="0" i="0" sz="14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-317500" lvl="4" marL="2286000" marR="0" rtl="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orbel"/>
              <a:buChar char="–"/>
              <a:defRPr b="0" i="1" sz="14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-317500" lvl="5" marL="2743200" marR="0" rtl="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400"/>
              <a:buFont typeface="Corbel"/>
              <a:buChar char="–"/>
              <a:defRPr b="0" i="0" sz="1400" u="none" cap="none" strike="noStrike">
                <a:solidFill>
                  <a:srgbClr val="BC2818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-317500" lvl="6" marL="3200400" marR="0" rtl="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400"/>
              <a:buFont typeface="Corbel"/>
              <a:buChar char="–"/>
              <a:defRPr b="0" i="1" sz="1400" u="none" cap="none" strike="noStrike">
                <a:solidFill>
                  <a:srgbClr val="BC2818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-317500" lvl="7" marL="3657600" marR="0" rtl="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400"/>
              <a:buFont typeface="Corbel"/>
              <a:buChar char="–"/>
              <a:defRPr b="0" i="0" sz="1400" u="none" cap="none" strike="noStrike">
                <a:solidFill>
                  <a:srgbClr val="BC2818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-317500" lvl="8" marL="4114800" marR="0" rtl="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400"/>
              <a:buFont typeface="Corbel"/>
              <a:buChar char="–"/>
              <a:defRPr b="0" i="1" sz="1400" u="none" cap="none" strike="noStrike">
                <a:solidFill>
                  <a:srgbClr val="BC2818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cxnSp>
        <p:nvCxnSpPr>
          <p:cNvPr id="11" name="Google Shape;11;p1" title="Rule Line"/>
          <p:cNvCxnSpPr/>
          <p:nvPr/>
        </p:nvCxnSpPr>
        <p:spPr>
          <a:xfrm>
            <a:off x="1920240" y="2176009"/>
            <a:ext cx="8770571" cy="0"/>
          </a:xfrm>
          <a:prstGeom prst="straightConnector1">
            <a:avLst/>
          </a:prstGeom>
          <a:noFill/>
          <a:ln cap="flat" cmpd="sng" w="254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2200">
        <p:push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Relationship Id="rId4" Type="http://schemas.openxmlformats.org/officeDocument/2006/relationships/image" Target="../media/image1.jpg"/><Relationship Id="rId5" Type="http://schemas.openxmlformats.org/officeDocument/2006/relationships/image" Target="../media/image14.png"/><Relationship Id="rId6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3.png"/><Relationship Id="rId6" Type="http://schemas.openxmlformats.org/officeDocument/2006/relationships/image" Target="../media/image11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5.png"/><Relationship Id="rId5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3.png"/><Relationship Id="rId6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5.png"/><Relationship Id="rId5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Relationship Id="rId5" Type="http://schemas.openxmlformats.org/officeDocument/2006/relationships/image" Target="../media/image5.png"/><Relationship Id="rId6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1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5.png"/><Relationship Id="rId5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5.png"/><Relationship Id="rId5" Type="http://schemas.openxmlformats.org/officeDocument/2006/relationships/image" Target="../media/image2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Relationship Id="rId4" Type="http://schemas.openxmlformats.org/officeDocument/2006/relationships/image" Target="../media/image14.png"/><Relationship Id="rId5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5.png"/><Relationship Id="rId4" Type="http://schemas.openxmlformats.org/officeDocument/2006/relationships/image" Target="../media/image14.png"/><Relationship Id="rId5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5.png"/><Relationship Id="rId6" Type="http://schemas.openxmlformats.org/officeDocument/2006/relationships/image" Target="../media/image2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5.png"/><Relationship Id="rId6" Type="http://schemas.openxmlformats.org/officeDocument/2006/relationships/image" Target="../media/image24.png"/><Relationship Id="rId7" Type="http://schemas.openxmlformats.org/officeDocument/2006/relationships/image" Target="../media/image2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106" name="Google Shape;106;p13" title="1250635470-ssebastian-3854.jpg"/>
          <p:cNvPicPr preferRelativeResize="0"/>
          <p:nvPr/>
        </p:nvPicPr>
        <p:blipFill rotWithShape="1">
          <a:blip r:embed="rId4">
            <a:alphaModFix/>
          </a:blip>
          <a:srcRect b="0" l="12659" r="12659" t="0"/>
          <a:stretch/>
        </p:blipFill>
        <p:spPr>
          <a:xfrm>
            <a:off x="4800683" y="-3"/>
            <a:ext cx="7704667" cy="6877878"/>
          </a:xfrm>
          <a:custGeom>
            <a:rect b="b" l="l" r="r" t="t"/>
            <a:pathLst>
              <a:path extrusionOk="0" h="6877878" w="7704667">
                <a:moveTo>
                  <a:pt x="0" y="0"/>
                </a:moveTo>
                <a:lnTo>
                  <a:pt x="7704667" y="0"/>
                </a:lnTo>
                <a:lnTo>
                  <a:pt x="7704667" y="6877878"/>
                </a:lnTo>
                <a:lnTo>
                  <a:pt x="0" y="6877878"/>
                </a:lnTo>
                <a:lnTo>
                  <a:pt x="0" y="6867939"/>
                </a:lnTo>
                <a:lnTo>
                  <a:pt x="146217" y="6867939"/>
                </a:lnTo>
                <a:lnTo>
                  <a:pt x="252811" y="6795007"/>
                </a:lnTo>
                <a:cubicBezTo>
                  <a:pt x="428996" y="6667346"/>
                  <a:pt x="601946" y="6529451"/>
                  <a:pt x="776494" y="6388681"/>
                </a:cubicBezTo>
                <a:cubicBezTo>
                  <a:pt x="1734992" y="5615677"/>
                  <a:pt x="2676361" y="4981124"/>
                  <a:pt x="2676361" y="3631852"/>
                </a:cubicBezTo>
                <a:cubicBezTo>
                  <a:pt x="2676361" y="2101350"/>
                  <a:pt x="2094814" y="761014"/>
                  <a:pt x="1053668" y="20384"/>
                </a:cubicBezTo>
                <a:lnTo>
                  <a:pt x="1038069" y="9939"/>
                </a:lnTo>
                <a:lnTo>
                  <a:pt x="0" y="9939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07" name="Google Shape;107;p13"/>
          <p:cNvSpPr/>
          <p:nvPr/>
        </p:nvSpPr>
        <p:spPr>
          <a:xfrm>
            <a:off x="0" y="0"/>
            <a:ext cx="7475746" cy="6858000"/>
          </a:xfrm>
          <a:custGeom>
            <a:rect b="b" l="l" r="r" t="t"/>
            <a:pathLst>
              <a:path extrusionOk="0" h="6858000" w="7475746">
                <a:moveTo>
                  <a:pt x="0" y="0"/>
                </a:moveTo>
                <a:lnTo>
                  <a:pt x="5859459" y="0"/>
                </a:lnTo>
                <a:lnTo>
                  <a:pt x="5874848" y="10445"/>
                </a:lnTo>
                <a:cubicBezTo>
                  <a:pt x="6902010" y="751075"/>
                  <a:pt x="7475746" y="2091411"/>
                  <a:pt x="7475746" y="3621913"/>
                </a:cubicBezTo>
                <a:cubicBezTo>
                  <a:pt x="7475746" y="4971185"/>
                  <a:pt x="6547021" y="5605738"/>
                  <a:pt x="5601397" y="6378742"/>
                </a:cubicBezTo>
                <a:cubicBezTo>
                  <a:pt x="5429193" y="6519512"/>
                  <a:pt x="5258566" y="6657407"/>
                  <a:pt x="5084748" y="6785068"/>
                </a:cubicBezTo>
                <a:lnTo>
                  <a:pt x="497958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8" name="Google Shape;108;p13"/>
          <p:cNvSpPr/>
          <p:nvPr/>
        </p:nvSpPr>
        <p:spPr>
          <a:xfrm>
            <a:off x="153" y="0"/>
            <a:ext cx="7283242" cy="6858000"/>
          </a:xfrm>
          <a:custGeom>
            <a:rect b="b" l="l" r="r" t="t"/>
            <a:pathLst>
              <a:path extrusionOk="0" h="6858000" w="7163694">
                <a:moveTo>
                  <a:pt x="0" y="0"/>
                </a:moveTo>
                <a:lnTo>
                  <a:pt x="5525402" y="0"/>
                </a:lnTo>
                <a:lnTo>
                  <a:pt x="5541001" y="10445"/>
                </a:lnTo>
                <a:cubicBezTo>
                  <a:pt x="6582147" y="751075"/>
                  <a:pt x="7163694" y="2091411"/>
                  <a:pt x="7163694" y="3621913"/>
                </a:cubicBezTo>
                <a:cubicBezTo>
                  <a:pt x="7163694" y="4971185"/>
                  <a:pt x="6222325" y="5605738"/>
                  <a:pt x="5263827" y="6378742"/>
                </a:cubicBezTo>
                <a:cubicBezTo>
                  <a:pt x="5089279" y="6519512"/>
                  <a:pt x="4916329" y="6657407"/>
                  <a:pt x="4740144" y="6785068"/>
                </a:cubicBezTo>
                <a:lnTo>
                  <a:pt x="4633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9" name="Google Shape;109;p13"/>
          <p:cNvSpPr/>
          <p:nvPr/>
        </p:nvSpPr>
        <p:spPr>
          <a:xfrm>
            <a:off x="5198368" y="0"/>
            <a:ext cx="2529723" cy="6858000"/>
          </a:xfrm>
          <a:custGeom>
            <a:rect b="b" l="l" r="r" t="t"/>
            <a:pathLst>
              <a:path extrusionOk="0" h="6858000" w="2529723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10" name="Google Shape;110;p13"/>
          <p:cNvSpPr txBox="1"/>
          <p:nvPr>
            <p:ph type="ctrTitle"/>
          </p:nvPr>
        </p:nvSpPr>
        <p:spPr>
          <a:xfrm>
            <a:off x="111675" y="264225"/>
            <a:ext cx="6177900" cy="180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s-CL" sz="3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GRUPO 13: CONVIDATA</a:t>
            </a:r>
            <a:endParaRPr sz="3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429442" y="2913358"/>
            <a:ext cx="4162357" cy="354230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 fontScale="40000" lnSpcReduction="20000"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7924"/>
              <a:buNone/>
            </a:pPr>
            <a:r>
              <a:rPr i="0" lang="es-CL" sz="305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Integrantes:</a:t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929"/>
              <a:buFont typeface="Arial"/>
              <a:buNone/>
            </a:pPr>
            <a:r>
              <a:rPr lang="es-CL" sz="3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Osvaldo Octavio Caraccioli Cisterna</a:t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929"/>
              <a:buFont typeface="Arial"/>
              <a:buNone/>
            </a:pPr>
            <a:r>
              <a:rPr lang="es-CL" sz="3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Rodrigo Bastián Flores Peralta</a:t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929"/>
              <a:buFont typeface="Arial"/>
              <a:buNone/>
            </a:pPr>
            <a:r>
              <a:rPr lang="es-CL" sz="3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Benjamín Alejandro Orellana Romero</a:t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929"/>
              <a:buFont typeface="Arial"/>
              <a:buNone/>
            </a:pPr>
            <a:r>
              <a:rPr lang="es-CL" sz="3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Isaías Abel Ortiz Castro </a:t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929"/>
              <a:buFont typeface="Arial"/>
              <a:buNone/>
            </a:pPr>
            <a:r>
              <a:rPr lang="es-CL" sz="3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Maximiliano Thomas Soto Garrido</a:t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929"/>
              <a:buFont typeface="Arial"/>
              <a:buNone/>
            </a:pPr>
            <a:r>
              <a:rPr lang="es-CL" sz="3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Matías Ignacio Urria Ibarra</a:t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929"/>
              <a:buFont typeface="Arial"/>
              <a:buNone/>
            </a:pPr>
            <a:r>
              <a:rPr lang="es-CL" sz="3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Vicente Ignacio Vera Pereira</a:t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78338"/>
              <a:buNone/>
            </a:pPr>
            <a:r>
              <a:t/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97924"/>
              <a:buNone/>
            </a:pPr>
            <a:r>
              <a:rPr i="0" lang="es-CL" sz="305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Profesor</a:t>
            </a:r>
            <a:r>
              <a:rPr lang="es-CL" sz="3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i="0" lang="es-CL" sz="305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Paulo Luis Francisco Quinsacara Jofré</a:t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0000"/>
              </a:lnSpc>
              <a:spcBef>
                <a:spcPts val="930"/>
              </a:spcBef>
              <a:spcAft>
                <a:spcPts val="0"/>
              </a:spcAft>
              <a:buClr>
                <a:srgbClr val="262626"/>
              </a:buClr>
              <a:buSzPct val="100000"/>
              <a:buNone/>
            </a:pPr>
            <a:br>
              <a:rPr lang="es-CL"/>
            </a:br>
            <a:endParaRPr/>
          </a:p>
        </p:txBody>
      </p:sp>
      <p:pic>
        <p:nvPicPr>
          <p:cNvPr id="112" name="Google Shape;11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53100" y="2537275"/>
            <a:ext cx="1803325" cy="180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3"/>
          <p:cNvPicPr preferRelativeResize="0"/>
          <p:nvPr/>
        </p:nvPicPr>
        <p:blipFill rotWithShape="1">
          <a:blip r:embed="rId6">
            <a:alphaModFix/>
          </a:blip>
          <a:srcRect b="14733" l="13642" r="7138" t="22414"/>
          <a:stretch/>
        </p:blipFill>
        <p:spPr>
          <a:xfrm>
            <a:off x="9652000" y="111500"/>
            <a:ext cx="2529725" cy="100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/>
          <p:nvPr/>
        </p:nvSpPr>
        <p:spPr>
          <a:xfrm>
            <a:off x="0" y="0"/>
            <a:ext cx="3496422" cy="6858000"/>
          </a:xfrm>
          <a:custGeom>
            <a:rect b="b" l="l" r="r" t="t"/>
            <a:pathLst>
              <a:path extrusionOk="0" h="6858000" w="3496422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1375409" y="0"/>
            <a:ext cx="2529723" cy="6858000"/>
          </a:xfrm>
          <a:custGeom>
            <a:rect b="b" l="l" r="r" t="t"/>
            <a:pathLst>
              <a:path extrusionOk="0" h="6858000" w="2529723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0" name="Google Shape;120;p14"/>
          <p:cNvSpPr/>
          <p:nvPr/>
        </p:nvSpPr>
        <p:spPr>
          <a:xfrm>
            <a:off x="1155402" y="0"/>
            <a:ext cx="2536434" cy="6858000"/>
          </a:xfrm>
          <a:custGeom>
            <a:rect b="b" l="l" r="r" t="t"/>
            <a:pathLst>
              <a:path extrusionOk="0" h="6858000" w="2536434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924161" y="0"/>
            <a:ext cx="2261351" cy="6858000"/>
          </a:xfrm>
          <a:custGeom>
            <a:rect b="b" l="l" r="r" t="t"/>
            <a:pathLst>
              <a:path extrusionOk="0" h="6858000" w="2521425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DCD6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2" name="Google Shape;122;p14"/>
          <p:cNvSpPr/>
          <p:nvPr/>
        </p:nvSpPr>
        <p:spPr>
          <a:xfrm>
            <a:off x="0" y="0"/>
            <a:ext cx="3496422" cy="6858000"/>
          </a:xfrm>
          <a:custGeom>
            <a:rect b="b" l="l" r="r" t="t"/>
            <a:pathLst>
              <a:path extrusionOk="0" h="6858000" w="3496422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3" name="Google Shape;123;p14"/>
          <p:cNvSpPr/>
          <p:nvPr/>
        </p:nvSpPr>
        <p:spPr>
          <a:xfrm>
            <a:off x="1375409" y="0"/>
            <a:ext cx="2529723" cy="6858000"/>
          </a:xfrm>
          <a:custGeom>
            <a:rect b="b" l="l" r="r" t="t"/>
            <a:pathLst>
              <a:path extrusionOk="0" h="6858000" w="2529723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4" name="Google Shape;124;p14"/>
          <p:cNvSpPr/>
          <p:nvPr/>
        </p:nvSpPr>
        <p:spPr>
          <a:xfrm>
            <a:off x="1155402" y="0"/>
            <a:ext cx="2536434" cy="6858000"/>
          </a:xfrm>
          <a:custGeom>
            <a:rect b="b" l="l" r="r" t="t"/>
            <a:pathLst>
              <a:path extrusionOk="0" h="6858000" w="2536434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5" name="Google Shape;125;p14"/>
          <p:cNvSpPr/>
          <p:nvPr/>
        </p:nvSpPr>
        <p:spPr>
          <a:xfrm>
            <a:off x="924161" y="0"/>
            <a:ext cx="2261351" cy="6858000"/>
          </a:xfrm>
          <a:custGeom>
            <a:rect b="b" l="l" r="r" t="t"/>
            <a:pathLst>
              <a:path extrusionOk="0" h="6858000" w="2521425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DCD6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6" name="Google Shape;126;p14"/>
          <p:cNvSpPr/>
          <p:nvPr/>
        </p:nvSpPr>
        <p:spPr>
          <a:xfrm>
            <a:off x="155" y="-14350"/>
            <a:ext cx="121917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7" name="Google Shape;127;p14"/>
          <p:cNvSpPr txBox="1"/>
          <p:nvPr>
            <p:ph type="title"/>
          </p:nvPr>
        </p:nvSpPr>
        <p:spPr>
          <a:xfrm>
            <a:off x="5937925" y="1146286"/>
            <a:ext cx="5624100" cy="108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600"/>
              <a:buFont typeface="Times New Roman"/>
              <a:buNone/>
            </a:pPr>
            <a:r>
              <a:rPr lang="es-CL" sz="42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Contexto</a:t>
            </a:r>
            <a:r>
              <a:rPr lang="es-CL" sz="42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800"/>
          </a:p>
        </p:txBody>
      </p:sp>
      <p:sp>
        <p:nvSpPr>
          <p:cNvPr id="128" name="Google Shape;128;p14"/>
          <p:cNvSpPr/>
          <p:nvPr/>
        </p:nvSpPr>
        <p:spPr>
          <a:xfrm>
            <a:off x="587555" y="993913"/>
            <a:ext cx="5224848" cy="4884295"/>
          </a:xfrm>
          <a:custGeom>
            <a:rect b="b" l="l" r="r" t="t"/>
            <a:pathLst>
              <a:path extrusionOk="0" h="3634591" w="3810827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9" name="Google Shape;129;p14"/>
          <p:cNvSpPr/>
          <p:nvPr/>
        </p:nvSpPr>
        <p:spPr>
          <a:xfrm>
            <a:off x="783293" y="1074738"/>
            <a:ext cx="4906732" cy="4679812"/>
          </a:xfrm>
          <a:custGeom>
            <a:rect b="b" l="l" r="r" t="t"/>
            <a:pathLst>
              <a:path extrusionOk="0" h="3634591" w="3810827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30" name="Google Shape;130;p14"/>
          <p:cNvSpPr/>
          <p:nvPr/>
        </p:nvSpPr>
        <p:spPr>
          <a:xfrm>
            <a:off x="477837" y="850790"/>
            <a:ext cx="5407926" cy="5136542"/>
          </a:xfrm>
          <a:custGeom>
            <a:rect b="b" l="l" r="r" t="t"/>
            <a:pathLst>
              <a:path extrusionOk="0" h="3634591" w="3810827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131" name="Google Shape;13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3400" y="1939125"/>
            <a:ext cx="2536425" cy="2536425"/>
          </a:xfrm>
          <a:prstGeom prst="rect">
            <a:avLst/>
          </a:prstGeom>
          <a:noFill/>
          <a:ln cap="flat" cmpd="sng" w="9525">
            <a:solidFill>
              <a:srgbClr val="6E171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Universidad Andrés Bello - Red Campus Sustentable" id="132" name="Google Shape;13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4"/>
          <p:cNvSpPr txBox="1"/>
          <p:nvPr>
            <p:ph type="title"/>
          </p:nvPr>
        </p:nvSpPr>
        <p:spPr>
          <a:xfrm>
            <a:off x="6006300" y="2332000"/>
            <a:ext cx="5624100" cy="283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s-CL" sz="18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 este proyecto se desarrollará un sistema de registro y almacenamiento de datos de convivencia escolar para el Colegio San Sebastián de Melipilla. La propuesta surge debido a la falta de digitalización de las anotaciones, lo que genera pérdida de tiempo y dificulta la gestión de la información. Este sistema permitirá optimizar el registro, consulta y seguimiento de los casos de convivencia escolar.</a:t>
            </a:r>
            <a:endParaRPr sz="134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5"/>
          <p:cNvSpPr txBox="1"/>
          <p:nvPr>
            <p:ph type="title"/>
          </p:nvPr>
        </p:nvSpPr>
        <p:spPr>
          <a:xfrm>
            <a:off x="1920240" y="442220"/>
            <a:ext cx="8770500" cy="1345200"/>
          </a:xfrm>
          <a:prstGeom prst="rect">
            <a:avLst/>
          </a:prstGeom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200"/>
              <a:t>I</a:t>
            </a:r>
            <a:r>
              <a:rPr lang="es-CL" sz="4200"/>
              <a:t>ntroducción</a:t>
            </a:r>
            <a:endParaRPr sz="4200"/>
          </a:p>
        </p:txBody>
      </p:sp>
      <p:grpSp>
        <p:nvGrpSpPr>
          <p:cNvPr id="139" name="Google Shape;139;p15"/>
          <p:cNvGrpSpPr/>
          <p:nvPr/>
        </p:nvGrpSpPr>
        <p:grpSpPr>
          <a:xfrm>
            <a:off x="6367125" y="2026594"/>
            <a:ext cx="4286400" cy="3680400"/>
            <a:chOff x="2428800" y="736800"/>
            <a:chExt cx="4286400" cy="3680400"/>
          </a:xfrm>
        </p:grpSpPr>
        <p:sp>
          <p:nvSpPr>
            <p:cNvPr id="140" name="Google Shape;140;p15"/>
            <p:cNvSpPr/>
            <p:nvPr/>
          </p:nvSpPr>
          <p:spPr>
            <a:xfrm>
              <a:off x="2428800" y="736800"/>
              <a:ext cx="4286400" cy="3680400"/>
            </a:xfrm>
            <a:prstGeom prst="rect">
              <a:avLst/>
            </a:prstGeom>
            <a:solidFill>
              <a:srgbClr val="EEEB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cxnSp>
          <p:nvCxnSpPr>
            <p:cNvPr id="141" name="Google Shape;141;p15"/>
            <p:cNvCxnSpPr/>
            <p:nvPr/>
          </p:nvCxnSpPr>
          <p:spPr>
            <a:xfrm>
              <a:off x="2669250" y="2246744"/>
              <a:ext cx="3805500" cy="0"/>
            </a:xfrm>
            <a:prstGeom prst="straightConnector1">
              <a:avLst/>
            </a:prstGeom>
            <a:noFill/>
            <a:ln cap="flat" cmpd="sng" w="9525">
              <a:solidFill>
                <a:srgbClr val="783F0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" name="Google Shape;142;p15"/>
            <p:cNvCxnSpPr/>
            <p:nvPr/>
          </p:nvCxnSpPr>
          <p:spPr>
            <a:xfrm>
              <a:off x="2669250" y="1562531"/>
              <a:ext cx="3805500" cy="0"/>
            </a:xfrm>
            <a:prstGeom prst="straightConnector1">
              <a:avLst/>
            </a:prstGeom>
            <a:noFill/>
            <a:ln cap="flat" cmpd="sng" w="9525">
              <a:solidFill>
                <a:srgbClr val="783F0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3" name="Google Shape;143;p15"/>
            <p:cNvSpPr txBox="1"/>
            <p:nvPr/>
          </p:nvSpPr>
          <p:spPr>
            <a:xfrm>
              <a:off x="2914350" y="1713838"/>
              <a:ext cx="3560400" cy="38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1600">
                  <a:solidFill>
                    <a:srgbClr val="783F0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25 Requerimientos funcionales</a:t>
              </a:r>
              <a:endParaRPr sz="1600">
                <a:solidFill>
                  <a:srgbClr val="783F0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144" name="Google Shape;144;p15"/>
            <p:cNvSpPr/>
            <p:nvPr/>
          </p:nvSpPr>
          <p:spPr>
            <a:xfrm rot="10800000">
              <a:off x="2592159" y="1826131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783F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434343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45" name="Google Shape;145;p15"/>
            <p:cNvSpPr/>
            <p:nvPr/>
          </p:nvSpPr>
          <p:spPr>
            <a:xfrm rot="10800000">
              <a:off x="2670597" y="1826238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6E17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402145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46" name="Google Shape;146;p15"/>
            <p:cNvSpPr/>
            <p:nvPr/>
          </p:nvSpPr>
          <p:spPr>
            <a:xfrm rot="10800000">
              <a:off x="2592159" y="2510281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783F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434343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47" name="Google Shape;147;p15"/>
            <p:cNvSpPr/>
            <p:nvPr/>
          </p:nvSpPr>
          <p:spPr>
            <a:xfrm rot="10800000">
              <a:off x="2670597" y="2510388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6E17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402145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48" name="Google Shape;148;p15"/>
            <p:cNvSpPr txBox="1"/>
            <p:nvPr/>
          </p:nvSpPr>
          <p:spPr>
            <a:xfrm>
              <a:off x="2914350" y="1029625"/>
              <a:ext cx="3560400" cy="38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CL" sz="1600">
                  <a:solidFill>
                    <a:srgbClr val="783F04"/>
                  </a:solidFill>
                  <a:latin typeface="DM Sans"/>
                  <a:ea typeface="DM Sans"/>
                  <a:cs typeface="DM Sans"/>
                  <a:sym typeface="DM Sans"/>
                </a:rPr>
                <a:t>Progreso para el</a:t>
              </a:r>
              <a:r>
                <a:rPr b="1" lang="es-CL" sz="1600">
                  <a:solidFill>
                    <a:srgbClr val="783F04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b="1" lang="es-CL" sz="1600">
                  <a:solidFill>
                    <a:srgbClr val="783F04"/>
                  </a:solidFill>
                  <a:latin typeface="DM Sans"/>
                  <a:ea typeface="DM Sans"/>
                  <a:cs typeface="DM Sans"/>
                  <a:sym typeface="DM Sans"/>
                </a:rPr>
                <a:t>incremento</a:t>
              </a:r>
              <a:r>
                <a:rPr b="1" lang="es-CL" sz="1600">
                  <a:solidFill>
                    <a:srgbClr val="783F04"/>
                  </a:solidFill>
                  <a:latin typeface="DM Sans"/>
                  <a:ea typeface="DM Sans"/>
                  <a:cs typeface="DM Sans"/>
                  <a:sym typeface="DM Sans"/>
                </a:rPr>
                <a:t> 1</a:t>
              </a:r>
              <a:endParaRPr b="1" sz="1600">
                <a:solidFill>
                  <a:srgbClr val="783F04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9" name="Google Shape;149;p15"/>
            <p:cNvSpPr txBox="1"/>
            <p:nvPr/>
          </p:nvSpPr>
          <p:spPr>
            <a:xfrm>
              <a:off x="2914350" y="2398050"/>
              <a:ext cx="3560400" cy="38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1600">
                  <a:solidFill>
                    <a:srgbClr val="783F0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25 Requerimiento </a:t>
              </a:r>
              <a:r>
                <a:rPr lang="es-CL" sz="1600">
                  <a:solidFill>
                    <a:srgbClr val="783F0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Usuario</a:t>
              </a:r>
              <a:endParaRPr sz="1600">
                <a:solidFill>
                  <a:srgbClr val="783F0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cxnSp>
          <p:nvCxnSpPr>
            <p:cNvPr id="150" name="Google Shape;150;p15"/>
            <p:cNvCxnSpPr/>
            <p:nvPr/>
          </p:nvCxnSpPr>
          <p:spPr>
            <a:xfrm>
              <a:off x="2669250" y="3615169"/>
              <a:ext cx="3805500" cy="0"/>
            </a:xfrm>
            <a:prstGeom prst="straightConnector1">
              <a:avLst/>
            </a:prstGeom>
            <a:noFill/>
            <a:ln cap="flat" cmpd="sng" w="9525">
              <a:solidFill>
                <a:srgbClr val="783F0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" name="Google Shape;151;p15"/>
            <p:cNvCxnSpPr/>
            <p:nvPr/>
          </p:nvCxnSpPr>
          <p:spPr>
            <a:xfrm>
              <a:off x="2669250" y="2930956"/>
              <a:ext cx="3805500" cy="0"/>
            </a:xfrm>
            <a:prstGeom prst="straightConnector1">
              <a:avLst/>
            </a:prstGeom>
            <a:noFill/>
            <a:ln cap="flat" cmpd="sng" w="9525">
              <a:solidFill>
                <a:srgbClr val="783F0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2" name="Google Shape;152;p15"/>
            <p:cNvSpPr txBox="1"/>
            <p:nvPr/>
          </p:nvSpPr>
          <p:spPr>
            <a:xfrm>
              <a:off x="2914350" y="3082263"/>
              <a:ext cx="3560400" cy="38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1600">
                  <a:solidFill>
                    <a:srgbClr val="783F0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27 Casos de uso</a:t>
              </a:r>
              <a:endParaRPr sz="1600">
                <a:solidFill>
                  <a:srgbClr val="783F0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153" name="Google Shape;153;p15"/>
            <p:cNvSpPr/>
            <p:nvPr/>
          </p:nvSpPr>
          <p:spPr>
            <a:xfrm rot="10800000">
              <a:off x="2592159" y="3194556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783F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434343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54" name="Google Shape;154;p15"/>
            <p:cNvSpPr/>
            <p:nvPr/>
          </p:nvSpPr>
          <p:spPr>
            <a:xfrm rot="10800000">
              <a:off x="2670597" y="3194663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6E17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402145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55" name="Google Shape;155;p15"/>
            <p:cNvSpPr/>
            <p:nvPr/>
          </p:nvSpPr>
          <p:spPr>
            <a:xfrm rot="10800000">
              <a:off x="2592159" y="3878706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783F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434343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56" name="Google Shape;156;p15"/>
            <p:cNvSpPr/>
            <p:nvPr/>
          </p:nvSpPr>
          <p:spPr>
            <a:xfrm rot="10800000">
              <a:off x="2670597" y="3878813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6E17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402145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57" name="Google Shape;157;p15"/>
            <p:cNvSpPr txBox="1"/>
            <p:nvPr/>
          </p:nvSpPr>
          <p:spPr>
            <a:xfrm>
              <a:off x="2914350" y="3766475"/>
              <a:ext cx="3560400" cy="38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1600">
                  <a:solidFill>
                    <a:srgbClr val="783F0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44 Diagrama de secuencia</a:t>
              </a:r>
              <a:endParaRPr sz="1600">
                <a:solidFill>
                  <a:srgbClr val="783F0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</p:grpSp>
      <p:sp>
        <p:nvSpPr>
          <p:cNvPr id="158" name="Google Shape;158;p15"/>
          <p:cNvSpPr/>
          <p:nvPr/>
        </p:nvSpPr>
        <p:spPr>
          <a:xfrm>
            <a:off x="6025600" y="2092100"/>
            <a:ext cx="466800" cy="244500"/>
          </a:xfrm>
          <a:prstGeom prst="rect">
            <a:avLst/>
          </a:prstGeom>
          <a:solidFill>
            <a:srgbClr val="EEE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iryo"/>
              <a:ea typeface="Meiryo"/>
              <a:cs typeface="Meiryo"/>
              <a:sym typeface="Meiryo"/>
            </a:endParaRPr>
          </a:p>
        </p:txBody>
      </p:sp>
      <p:grpSp>
        <p:nvGrpSpPr>
          <p:cNvPr id="159" name="Google Shape;159;p15"/>
          <p:cNvGrpSpPr/>
          <p:nvPr/>
        </p:nvGrpSpPr>
        <p:grpSpPr>
          <a:xfrm>
            <a:off x="1920250" y="2037709"/>
            <a:ext cx="4286400" cy="3680400"/>
            <a:chOff x="2428800" y="736800"/>
            <a:chExt cx="4286400" cy="3680400"/>
          </a:xfrm>
        </p:grpSpPr>
        <p:sp>
          <p:nvSpPr>
            <p:cNvPr id="160" name="Google Shape;160;p15"/>
            <p:cNvSpPr/>
            <p:nvPr/>
          </p:nvSpPr>
          <p:spPr>
            <a:xfrm>
              <a:off x="2428800" y="736800"/>
              <a:ext cx="4286400" cy="3680400"/>
            </a:xfrm>
            <a:prstGeom prst="rect">
              <a:avLst/>
            </a:prstGeom>
            <a:solidFill>
              <a:srgbClr val="EEEB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cxnSp>
          <p:nvCxnSpPr>
            <p:cNvPr id="161" name="Google Shape;161;p15"/>
            <p:cNvCxnSpPr/>
            <p:nvPr/>
          </p:nvCxnSpPr>
          <p:spPr>
            <a:xfrm>
              <a:off x="2669250" y="2246744"/>
              <a:ext cx="3805500" cy="0"/>
            </a:xfrm>
            <a:prstGeom prst="straightConnector1">
              <a:avLst/>
            </a:prstGeom>
            <a:noFill/>
            <a:ln cap="flat" cmpd="sng" w="9525">
              <a:solidFill>
                <a:srgbClr val="783F0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2" name="Google Shape;162;p15"/>
            <p:cNvCxnSpPr/>
            <p:nvPr/>
          </p:nvCxnSpPr>
          <p:spPr>
            <a:xfrm>
              <a:off x="2669250" y="1562531"/>
              <a:ext cx="3805500" cy="0"/>
            </a:xfrm>
            <a:prstGeom prst="straightConnector1">
              <a:avLst/>
            </a:prstGeom>
            <a:noFill/>
            <a:ln cap="flat" cmpd="sng" w="9525">
              <a:solidFill>
                <a:srgbClr val="783F0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3" name="Google Shape;163;p15"/>
            <p:cNvSpPr txBox="1"/>
            <p:nvPr/>
          </p:nvSpPr>
          <p:spPr>
            <a:xfrm>
              <a:off x="2914350" y="1713838"/>
              <a:ext cx="3560400" cy="38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1600">
                  <a:solidFill>
                    <a:srgbClr val="783F0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70 Requerimientos Funcionales</a:t>
              </a:r>
              <a:endParaRPr sz="1600">
                <a:solidFill>
                  <a:srgbClr val="783F0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164" name="Google Shape;164;p15"/>
            <p:cNvSpPr/>
            <p:nvPr/>
          </p:nvSpPr>
          <p:spPr>
            <a:xfrm rot="10800000">
              <a:off x="2592159" y="1826131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783F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434343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65" name="Google Shape;165;p15"/>
            <p:cNvSpPr/>
            <p:nvPr/>
          </p:nvSpPr>
          <p:spPr>
            <a:xfrm rot="10800000">
              <a:off x="2670597" y="1826238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6E17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402145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66" name="Google Shape;166;p15"/>
            <p:cNvSpPr/>
            <p:nvPr/>
          </p:nvSpPr>
          <p:spPr>
            <a:xfrm rot="10800000">
              <a:off x="2592159" y="2510281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783F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434343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67" name="Google Shape;167;p15"/>
            <p:cNvSpPr/>
            <p:nvPr/>
          </p:nvSpPr>
          <p:spPr>
            <a:xfrm rot="10800000">
              <a:off x="2670597" y="2510388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6E17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402145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68" name="Google Shape;168;p15"/>
            <p:cNvSpPr txBox="1"/>
            <p:nvPr/>
          </p:nvSpPr>
          <p:spPr>
            <a:xfrm>
              <a:off x="2914350" y="1029625"/>
              <a:ext cx="3560400" cy="38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CL" sz="1600">
                  <a:solidFill>
                    <a:srgbClr val="783F04"/>
                  </a:solidFill>
                  <a:latin typeface="DM Sans"/>
                  <a:ea typeface="DM Sans"/>
                  <a:cs typeface="DM Sans"/>
                  <a:sym typeface="DM Sans"/>
                </a:rPr>
                <a:t>Total definido para el proyecto</a:t>
              </a:r>
              <a:endParaRPr b="1" sz="1600">
                <a:solidFill>
                  <a:srgbClr val="783F04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9" name="Google Shape;169;p15"/>
            <p:cNvSpPr txBox="1"/>
            <p:nvPr/>
          </p:nvSpPr>
          <p:spPr>
            <a:xfrm>
              <a:off x="2914350" y="2398050"/>
              <a:ext cx="3560400" cy="38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1600">
                  <a:solidFill>
                    <a:srgbClr val="783F0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70 Requerimientos UR</a:t>
              </a:r>
              <a:endParaRPr sz="1600">
                <a:solidFill>
                  <a:srgbClr val="783F0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cxnSp>
          <p:nvCxnSpPr>
            <p:cNvPr id="170" name="Google Shape;170;p15"/>
            <p:cNvCxnSpPr/>
            <p:nvPr/>
          </p:nvCxnSpPr>
          <p:spPr>
            <a:xfrm>
              <a:off x="2669250" y="3615169"/>
              <a:ext cx="3805500" cy="0"/>
            </a:xfrm>
            <a:prstGeom prst="straightConnector1">
              <a:avLst/>
            </a:prstGeom>
            <a:noFill/>
            <a:ln cap="flat" cmpd="sng" w="9525">
              <a:solidFill>
                <a:srgbClr val="783F0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" name="Google Shape;171;p15"/>
            <p:cNvCxnSpPr/>
            <p:nvPr/>
          </p:nvCxnSpPr>
          <p:spPr>
            <a:xfrm>
              <a:off x="2669250" y="2930956"/>
              <a:ext cx="3805500" cy="0"/>
            </a:xfrm>
            <a:prstGeom prst="straightConnector1">
              <a:avLst/>
            </a:prstGeom>
            <a:noFill/>
            <a:ln cap="flat" cmpd="sng" w="9525">
              <a:solidFill>
                <a:srgbClr val="783F0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2" name="Google Shape;172;p15"/>
            <p:cNvSpPr txBox="1"/>
            <p:nvPr/>
          </p:nvSpPr>
          <p:spPr>
            <a:xfrm>
              <a:off x="2914350" y="3082263"/>
              <a:ext cx="3560400" cy="38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1600">
                  <a:solidFill>
                    <a:srgbClr val="783F0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74 Casos de uso</a:t>
              </a:r>
              <a:endParaRPr sz="1600">
                <a:solidFill>
                  <a:srgbClr val="783F0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173" name="Google Shape;173;p15"/>
            <p:cNvSpPr/>
            <p:nvPr/>
          </p:nvSpPr>
          <p:spPr>
            <a:xfrm rot="10800000">
              <a:off x="2592159" y="3194556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783F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434343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74" name="Google Shape;174;p15"/>
            <p:cNvSpPr/>
            <p:nvPr/>
          </p:nvSpPr>
          <p:spPr>
            <a:xfrm rot="10800000">
              <a:off x="2670597" y="3194663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6E17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402145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75" name="Google Shape;175;p15"/>
            <p:cNvSpPr txBox="1"/>
            <p:nvPr/>
          </p:nvSpPr>
          <p:spPr>
            <a:xfrm>
              <a:off x="2914350" y="3766475"/>
              <a:ext cx="3560400" cy="38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rgbClr val="783F0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</p:grpSp>
      <p:sp>
        <p:nvSpPr>
          <p:cNvPr id="176" name="Google Shape;176;p15"/>
          <p:cNvSpPr txBox="1"/>
          <p:nvPr/>
        </p:nvSpPr>
        <p:spPr>
          <a:xfrm>
            <a:off x="5039100" y="5707000"/>
            <a:ext cx="21138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600">
                <a:solidFill>
                  <a:srgbClr val="783F04"/>
                </a:solidFill>
                <a:latin typeface="DM Sans"/>
                <a:ea typeface="DM Sans"/>
                <a:cs typeface="DM Sans"/>
                <a:sym typeface="DM Sans"/>
              </a:rPr>
              <a:t>Avance total: 36,1%</a:t>
            </a:r>
            <a:endParaRPr b="1" sz="1600">
              <a:solidFill>
                <a:srgbClr val="783F0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6"/>
          <p:cNvSpPr txBox="1"/>
          <p:nvPr>
            <p:ph type="title"/>
          </p:nvPr>
        </p:nvSpPr>
        <p:spPr>
          <a:xfrm>
            <a:off x="1561400" y="339851"/>
            <a:ext cx="87705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556"/>
              <a:buFont typeface="Meiryo"/>
              <a:buNone/>
            </a:pPr>
            <a:r>
              <a:rPr lang="es-CL" sz="4200">
                <a:latin typeface="Times New Roman"/>
                <a:ea typeface="Times New Roman"/>
                <a:cs typeface="Times New Roman"/>
                <a:sym typeface="Times New Roman"/>
              </a:rPr>
              <a:t>RF37</a:t>
            </a:r>
            <a:endParaRPr sz="4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Universidad Andrés Bello - Red Campus Sustentable" id="182" name="Google Shape;18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59450" y="1957850"/>
            <a:ext cx="9044385" cy="71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6"/>
          <p:cNvSpPr txBox="1"/>
          <p:nvPr/>
        </p:nvSpPr>
        <p:spPr>
          <a:xfrm>
            <a:off x="223075" y="1588113"/>
            <a:ext cx="11603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CL" sz="1600">
                <a:solidFill>
                  <a:schemeClr val="dk1"/>
                </a:solidFill>
              </a:rPr>
              <a:t>RF-37)</a:t>
            </a:r>
            <a:r>
              <a:rPr lang="es-CL" sz="1600">
                <a:solidFill>
                  <a:schemeClr val="dk1"/>
                </a:solidFill>
              </a:rPr>
              <a:t> El sistema debe registrar un nuevo caso cuando el usuario complete el formulario de crear caso, ingresando título, descripción, tipo de falta, lugar y fecha, con la posibilidad de adjuntar archivos mediante el botón "Adjuntar".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86" name="Google Shape;186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28325" y="2478500"/>
            <a:ext cx="6475675" cy="410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3075" y="2478500"/>
            <a:ext cx="5040874" cy="410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7"/>
          <p:cNvSpPr txBox="1"/>
          <p:nvPr>
            <p:ph type="title"/>
          </p:nvPr>
        </p:nvSpPr>
        <p:spPr>
          <a:xfrm>
            <a:off x="1561400" y="339851"/>
            <a:ext cx="87705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556"/>
              <a:buFont typeface="Meiryo"/>
              <a:buNone/>
            </a:pPr>
            <a:r>
              <a:rPr lang="es-CL" sz="4200">
                <a:latin typeface="Times New Roman"/>
                <a:ea typeface="Times New Roman"/>
                <a:cs typeface="Times New Roman"/>
                <a:sym typeface="Times New Roman"/>
              </a:rPr>
              <a:t>RF43</a:t>
            </a:r>
            <a:endParaRPr sz="4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Universidad Andrés Bello - Red Campus Sustentable" id="193" name="Google Shape;19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42425" y="120050"/>
            <a:ext cx="995875" cy="838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59450" y="1957850"/>
            <a:ext cx="9044385" cy="71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7"/>
          <p:cNvSpPr txBox="1"/>
          <p:nvPr/>
        </p:nvSpPr>
        <p:spPr>
          <a:xfrm>
            <a:off x="223075" y="1588113"/>
            <a:ext cx="11603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600">
                <a:solidFill>
                  <a:schemeClr val="dk1"/>
                </a:solidFill>
              </a:rPr>
              <a:t>RF-43)</a:t>
            </a:r>
            <a:r>
              <a:rPr lang="es-CL" sz="1600">
                <a:solidFill>
                  <a:schemeClr val="dk1"/>
                </a:solidFill>
              </a:rPr>
              <a:t> El sistema debe mostrar al Administrador, Inspector, y Convivencia un listado con el historial de casos ordenado del más reciente al más antiguo.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97" name="Google Shape;197;p17"/>
          <p:cNvPicPr preferRelativeResize="0"/>
          <p:nvPr/>
        </p:nvPicPr>
        <p:blipFill rotWithShape="1">
          <a:blip r:embed="rId6">
            <a:alphaModFix/>
          </a:blip>
          <a:srcRect b="0" l="920" r="-920" t="0"/>
          <a:stretch/>
        </p:blipFill>
        <p:spPr>
          <a:xfrm>
            <a:off x="5288350" y="2514325"/>
            <a:ext cx="6789900" cy="390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37463" y="2767025"/>
            <a:ext cx="694850" cy="607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84325" y="2478500"/>
            <a:ext cx="4552100" cy="3942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8"/>
          <p:cNvSpPr txBox="1"/>
          <p:nvPr>
            <p:ph idx="1" type="body"/>
          </p:nvPr>
        </p:nvSpPr>
        <p:spPr>
          <a:xfrm>
            <a:off x="1920241" y="2456408"/>
            <a:ext cx="4160400" cy="823800"/>
          </a:xfrm>
          <a:prstGeom prst="rect">
            <a:avLst/>
          </a:prstGeom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l">
              <a:spcBef>
                <a:spcPts val="93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8"/>
          <p:cNvSpPr txBox="1"/>
          <p:nvPr>
            <p:ph idx="2" type="body"/>
          </p:nvPr>
        </p:nvSpPr>
        <p:spPr>
          <a:xfrm>
            <a:off x="1920241" y="3316639"/>
            <a:ext cx="4160400" cy="2779500"/>
          </a:xfrm>
          <a:prstGeom prst="rect">
            <a:avLst/>
          </a:prstGeom>
        </p:spPr>
        <p:txBody>
          <a:bodyPr anchorCtr="0" anchor="t" bIns="91425" lIns="109725" spcFirstLastPara="1" rIns="109725" wrap="square" tIns="109725">
            <a:normAutofit/>
          </a:bodyPr>
          <a:lstStyle/>
          <a:p>
            <a:pPr indent="0" lvl="0" marL="0" rtl="0" algn="l">
              <a:spcBef>
                <a:spcPts val="93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8"/>
          <p:cNvSpPr txBox="1"/>
          <p:nvPr>
            <p:ph idx="3" type="body"/>
          </p:nvPr>
        </p:nvSpPr>
        <p:spPr>
          <a:xfrm>
            <a:off x="6530290" y="2456408"/>
            <a:ext cx="4160400" cy="823800"/>
          </a:xfrm>
          <a:prstGeom prst="rect">
            <a:avLst/>
          </a:prstGeom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l">
              <a:spcBef>
                <a:spcPts val="93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8"/>
          <p:cNvSpPr txBox="1"/>
          <p:nvPr>
            <p:ph idx="4" type="body"/>
          </p:nvPr>
        </p:nvSpPr>
        <p:spPr>
          <a:xfrm>
            <a:off x="6530290" y="3316639"/>
            <a:ext cx="4160400" cy="2779500"/>
          </a:xfrm>
          <a:prstGeom prst="rect">
            <a:avLst/>
          </a:prstGeom>
        </p:spPr>
        <p:txBody>
          <a:bodyPr anchorCtr="0" anchor="t" bIns="91425" lIns="109725" spcFirstLastPara="1" rIns="109725" wrap="square" tIns="109725">
            <a:normAutofit/>
          </a:bodyPr>
          <a:lstStyle/>
          <a:p>
            <a:pPr indent="0" lvl="0" marL="0" rtl="0" algn="l">
              <a:spcBef>
                <a:spcPts val="93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8"/>
          <p:cNvSpPr txBox="1"/>
          <p:nvPr>
            <p:ph type="title"/>
          </p:nvPr>
        </p:nvSpPr>
        <p:spPr>
          <a:xfrm>
            <a:off x="1827200" y="274725"/>
            <a:ext cx="8770500" cy="1065300"/>
          </a:xfrm>
          <a:prstGeom prst="rect">
            <a:avLst/>
          </a:prstGeom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200"/>
              <a:t>Diagrama de secuencia CU40</a:t>
            </a:r>
            <a:endParaRPr sz="4200"/>
          </a:p>
        </p:txBody>
      </p:sp>
      <p:pic>
        <p:nvPicPr>
          <p:cNvPr id="209" name="Google Shape;20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8450" y="1600500"/>
            <a:ext cx="10776876" cy="497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versidad Andrés Bello - Red Campus Sustentable" id="211" name="Google Shape;21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9"/>
          <p:cNvSpPr txBox="1"/>
          <p:nvPr>
            <p:ph type="title"/>
          </p:nvPr>
        </p:nvSpPr>
        <p:spPr>
          <a:xfrm>
            <a:off x="1873715" y="209595"/>
            <a:ext cx="8770500" cy="1345200"/>
          </a:xfrm>
          <a:prstGeom prst="rect">
            <a:avLst/>
          </a:prstGeom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200"/>
              <a:t>Diagrama de secuencia CU46</a:t>
            </a:r>
            <a:endParaRPr sz="4200"/>
          </a:p>
        </p:txBody>
      </p:sp>
      <p:pic>
        <p:nvPicPr>
          <p:cNvPr id="217" name="Google Shape;21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versidad Andrés Bello - Red Campus Sustentable" id="218" name="Google Shape;21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707195"/>
            <a:ext cx="11887198" cy="49849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0"/>
          <p:cNvSpPr txBox="1"/>
          <p:nvPr>
            <p:ph type="title"/>
          </p:nvPr>
        </p:nvSpPr>
        <p:spPr>
          <a:xfrm>
            <a:off x="2121490" y="155286"/>
            <a:ext cx="8770500" cy="76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lang="es-CL" sz="4200">
                <a:latin typeface="Times New Roman"/>
                <a:ea typeface="Times New Roman"/>
                <a:cs typeface="Times New Roman"/>
                <a:sym typeface="Times New Roman"/>
              </a:rPr>
              <a:t>Diagrama de Componentes</a:t>
            </a:r>
            <a:endParaRPr sz="4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5" name="Google Shape;22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versidad Andrés Bello - Red Campus Sustentable" id="226" name="Google Shape;22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63951" y="1831925"/>
            <a:ext cx="8882674" cy="69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2625" y="838750"/>
            <a:ext cx="10223501" cy="587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1"/>
          <p:cNvSpPr txBox="1"/>
          <p:nvPr>
            <p:ph type="title"/>
          </p:nvPr>
        </p:nvSpPr>
        <p:spPr>
          <a:xfrm>
            <a:off x="1910408" y="399094"/>
            <a:ext cx="87705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CL" sz="4200">
                <a:latin typeface="Times New Roman"/>
                <a:ea typeface="Times New Roman"/>
                <a:cs typeface="Times New Roman"/>
                <a:sym typeface="Times New Roman"/>
              </a:rPr>
              <a:t>Diagrama de Despliegue</a:t>
            </a:r>
            <a:endParaRPr sz="4200"/>
          </a:p>
        </p:txBody>
      </p:sp>
      <p:pic>
        <p:nvPicPr>
          <p:cNvPr descr="Universidad Andrés Bello - Red Campus Sustentable" id="234" name="Google Shape;23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5073" y="1"/>
            <a:ext cx="1068978" cy="90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6175" y="1844000"/>
            <a:ext cx="974630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1" title="Captura de pantalla (52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65053" y="1291775"/>
            <a:ext cx="5661199" cy="5393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2"/>
          <p:cNvSpPr txBox="1"/>
          <p:nvPr>
            <p:ph type="title"/>
          </p:nvPr>
        </p:nvSpPr>
        <p:spPr>
          <a:xfrm>
            <a:off x="1985983" y="179137"/>
            <a:ext cx="7644300" cy="72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CL" sz="4200">
                <a:latin typeface="Times New Roman"/>
                <a:ea typeface="Times New Roman"/>
                <a:cs typeface="Times New Roman"/>
                <a:sym typeface="Times New Roman"/>
              </a:rPr>
              <a:t>Modelo Físico</a:t>
            </a:r>
            <a:endParaRPr sz="4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3" name="Google Shape;24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versidad Andrés Bello - Red Campus Sustentable" id="244" name="Google Shape;24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2" title="erdbd.jpg"/>
          <p:cNvPicPr preferRelativeResize="0"/>
          <p:nvPr/>
        </p:nvPicPr>
        <p:blipFill rotWithShape="1">
          <a:blip r:embed="rId5">
            <a:alphaModFix/>
          </a:blip>
          <a:srcRect b="15598" l="0" r="0" t="0"/>
          <a:stretch/>
        </p:blipFill>
        <p:spPr>
          <a:xfrm>
            <a:off x="1049100" y="838750"/>
            <a:ext cx="9933860" cy="575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2"/>
          <p:cNvSpPr/>
          <p:nvPr/>
        </p:nvSpPr>
        <p:spPr>
          <a:xfrm>
            <a:off x="6369700" y="5007125"/>
            <a:ext cx="319800" cy="3714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6260925" y="2387975"/>
            <a:ext cx="319800" cy="3714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3"/>
          <p:cNvSpPr/>
          <p:nvPr/>
        </p:nvSpPr>
        <p:spPr>
          <a:xfrm>
            <a:off x="1868075" y="2040600"/>
            <a:ext cx="8822700" cy="244500"/>
          </a:xfrm>
          <a:prstGeom prst="rect">
            <a:avLst/>
          </a:prstGeom>
          <a:solidFill>
            <a:srgbClr val="EEE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253" name="Google Shape;25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3625" y="241375"/>
            <a:ext cx="5319225" cy="638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versidad Andrés Bello - Red Campus Sustentable" id="255" name="Google Shape;25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2625" y="241375"/>
            <a:ext cx="4359400" cy="653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4"/>
          <p:cNvSpPr txBox="1"/>
          <p:nvPr>
            <p:ph type="title"/>
          </p:nvPr>
        </p:nvSpPr>
        <p:spPr>
          <a:xfrm>
            <a:off x="1698600" y="523320"/>
            <a:ext cx="8770500" cy="78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556"/>
              <a:buFont typeface="Meiryo"/>
              <a:buNone/>
            </a:pPr>
            <a:r>
              <a:rPr lang="es-CL" sz="4200">
                <a:latin typeface="Times New Roman"/>
                <a:ea typeface="Times New Roman"/>
                <a:cs typeface="Times New Roman"/>
                <a:sym typeface="Times New Roman"/>
              </a:rPr>
              <a:t>Árbol de navegación</a:t>
            </a:r>
            <a:endParaRPr sz="4200"/>
          </a:p>
        </p:txBody>
      </p:sp>
      <p:pic>
        <p:nvPicPr>
          <p:cNvPr descr="Universidad Andrés Bello - Red Campus Sustentable" id="262" name="Google Shape;26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5073" y="1"/>
            <a:ext cx="1068978" cy="90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4" title="Diagrama sin título (2)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83325" y="1394350"/>
            <a:ext cx="8922576" cy="523405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4"/>
          <p:cNvSpPr/>
          <p:nvPr/>
        </p:nvSpPr>
        <p:spPr>
          <a:xfrm>
            <a:off x="4816825" y="4593875"/>
            <a:ext cx="185100" cy="333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66" name="Google Shape;266;p24"/>
          <p:cNvSpPr/>
          <p:nvPr/>
        </p:nvSpPr>
        <p:spPr>
          <a:xfrm rot="2301321">
            <a:off x="7066730" y="4667322"/>
            <a:ext cx="185162" cy="332935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67" name="Google Shape;267;p24"/>
          <p:cNvSpPr txBox="1"/>
          <p:nvPr/>
        </p:nvSpPr>
        <p:spPr>
          <a:xfrm>
            <a:off x="4754425" y="4335025"/>
            <a:ext cx="39000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rPr>
              <a:t>RF37</a:t>
            </a:r>
            <a:endParaRPr sz="600">
              <a:solidFill>
                <a:srgbClr val="3F3F3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68" name="Google Shape;268;p24"/>
          <p:cNvSpPr txBox="1"/>
          <p:nvPr/>
        </p:nvSpPr>
        <p:spPr>
          <a:xfrm>
            <a:off x="7167150" y="4497300"/>
            <a:ext cx="39000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rPr>
              <a:t>RF43</a:t>
            </a:r>
            <a:endParaRPr sz="600">
              <a:solidFill>
                <a:srgbClr val="3F3F3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5"/>
          <p:cNvSpPr txBox="1"/>
          <p:nvPr>
            <p:ph type="title"/>
          </p:nvPr>
        </p:nvSpPr>
        <p:spPr>
          <a:xfrm>
            <a:off x="1920250" y="538075"/>
            <a:ext cx="6780300" cy="713400"/>
          </a:xfrm>
          <a:prstGeom prst="rect">
            <a:avLst/>
          </a:prstGeom>
        </p:spPr>
        <p:txBody>
          <a:bodyPr anchorCtr="0" anchor="b" bIns="91425" lIns="109725" spcFirstLastPara="1" rIns="109725" wrap="square" tIns="109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200"/>
              <a:t>Vista </a:t>
            </a:r>
            <a:r>
              <a:rPr lang="es-CL" sz="4200"/>
              <a:t>Registrar un caso</a:t>
            </a:r>
            <a:endParaRPr sz="4200"/>
          </a:p>
        </p:txBody>
      </p:sp>
      <p:sp>
        <p:nvSpPr>
          <p:cNvPr id="274" name="Google Shape;274;p25"/>
          <p:cNvSpPr txBox="1"/>
          <p:nvPr>
            <p:ph idx="1" type="body"/>
          </p:nvPr>
        </p:nvSpPr>
        <p:spPr>
          <a:xfrm>
            <a:off x="1920240" y="2312276"/>
            <a:ext cx="8770500" cy="3651600"/>
          </a:xfrm>
          <a:prstGeom prst="rect">
            <a:avLst/>
          </a:prstGeom>
        </p:spPr>
        <p:txBody>
          <a:bodyPr anchorCtr="0" anchor="t" bIns="91425" lIns="109725" spcFirstLastPara="1" rIns="109725" wrap="square" tIns="109725">
            <a:normAutofit/>
          </a:bodyPr>
          <a:lstStyle/>
          <a:p>
            <a:pPr indent="0" lvl="0" marL="0" rtl="0" algn="l">
              <a:spcBef>
                <a:spcPts val="93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5" name="Google Shape;27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versidad Andrés Bello - Red Campus Sustentable" id="276" name="Google Shape;27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6149" y="1549149"/>
            <a:ext cx="10819710" cy="498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6"/>
          <p:cNvSpPr txBox="1"/>
          <p:nvPr>
            <p:ph type="title"/>
          </p:nvPr>
        </p:nvSpPr>
        <p:spPr>
          <a:xfrm>
            <a:off x="1070100" y="218925"/>
            <a:ext cx="8770500" cy="1000200"/>
          </a:xfrm>
          <a:prstGeom prst="rect">
            <a:avLst/>
          </a:prstGeom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  </a:t>
            </a:r>
            <a:r>
              <a:rPr lang="es-CL" sz="4200"/>
              <a:t>Vista Prueba de registrar caso</a:t>
            </a:r>
            <a:endParaRPr sz="4200"/>
          </a:p>
        </p:txBody>
      </p:sp>
      <p:pic>
        <p:nvPicPr>
          <p:cNvPr id="283" name="Google Shape;28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versidad Andrés Bello - Red Campus Sustentable" id="284" name="Google Shape;28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2162" y="1740075"/>
            <a:ext cx="10627676" cy="48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7"/>
          <p:cNvSpPr txBox="1"/>
          <p:nvPr>
            <p:ph type="title"/>
          </p:nvPr>
        </p:nvSpPr>
        <p:spPr>
          <a:xfrm>
            <a:off x="1136225" y="249376"/>
            <a:ext cx="8770500" cy="904500"/>
          </a:xfrm>
          <a:prstGeom prst="rect">
            <a:avLst/>
          </a:prstGeom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200"/>
              <a:t>Selección</a:t>
            </a:r>
            <a:r>
              <a:rPr lang="es-CL" sz="4200"/>
              <a:t> historial casos</a:t>
            </a:r>
            <a:endParaRPr sz="4200"/>
          </a:p>
        </p:txBody>
      </p:sp>
      <p:pic>
        <p:nvPicPr>
          <p:cNvPr id="291" name="Google Shape;29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6226" y="1380350"/>
            <a:ext cx="10465549" cy="477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versidad Andrés Bello - Red Campus Sustentable" id="293" name="Google Shape;293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8"/>
          <p:cNvSpPr txBox="1"/>
          <p:nvPr>
            <p:ph type="title"/>
          </p:nvPr>
        </p:nvSpPr>
        <p:spPr>
          <a:xfrm>
            <a:off x="1173650" y="277297"/>
            <a:ext cx="8770500" cy="637200"/>
          </a:xfrm>
          <a:prstGeom prst="rect">
            <a:avLst/>
          </a:prstGeom>
        </p:spPr>
        <p:txBody>
          <a:bodyPr anchorCtr="0" anchor="b" bIns="91425" lIns="109725" spcFirstLastPara="1" rIns="109725" wrap="square" tIns="109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CL" sz="4200"/>
              <a:t>Resultado</a:t>
            </a:r>
            <a:endParaRPr sz="4200"/>
          </a:p>
        </p:txBody>
      </p:sp>
      <p:pic>
        <p:nvPicPr>
          <p:cNvPr id="299" name="Google Shape;29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3650" y="1245700"/>
            <a:ext cx="10195651" cy="4989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versidad Andrés Bello - Red Campus Sustentable" id="301" name="Google Shape;301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6175" y="1844000"/>
            <a:ext cx="974630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9"/>
          <p:cNvSpPr txBox="1"/>
          <p:nvPr>
            <p:ph type="title"/>
          </p:nvPr>
        </p:nvSpPr>
        <p:spPr>
          <a:xfrm>
            <a:off x="1939775" y="458472"/>
            <a:ext cx="8770500" cy="577800"/>
          </a:xfrm>
          <a:prstGeom prst="rect">
            <a:avLst/>
          </a:prstGeom>
        </p:spPr>
        <p:txBody>
          <a:bodyPr anchorCtr="0" anchor="b" bIns="91425" lIns="109725" spcFirstLastPara="1" rIns="109725" wrap="square" tIns="1097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200"/>
              <a:t>Scrum++: Backlog</a:t>
            </a:r>
            <a:endParaRPr sz="4200"/>
          </a:p>
        </p:txBody>
      </p:sp>
      <p:pic>
        <p:nvPicPr>
          <p:cNvPr id="308" name="Google Shape;308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versidad Andrés Bello - Red Campus Sustentable" id="309" name="Google Shape;309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2900" y="1103225"/>
            <a:ext cx="11607626" cy="557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6175" y="1844000"/>
            <a:ext cx="974630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0"/>
          <p:cNvSpPr txBox="1"/>
          <p:nvPr>
            <p:ph type="title"/>
          </p:nvPr>
        </p:nvSpPr>
        <p:spPr>
          <a:xfrm>
            <a:off x="1837375" y="608097"/>
            <a:ext cx="8770500" cy="628800"/>
          </a:xfrm>
          <a:prstGeom prst="rect">
            <a:avLst/>
          </a:prstGeom>
        </p:spPr>
        <p:txBody>
          <a:bodyPr anchorCtr="0" anchor="b" bIns="91425" lIns="109725" spcFirstLastPara="1" rIns="109725" wrap="square" tIns="109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CL" sz="4200"/>
              <a:t>Gráficos de esfuerzo </a:t>
            </a:r>
            <a:endParaRPr sz="4200"/>
          </a:p>
        </p:txBody>
      </p:sp>
      <p:pic>
        <p:nvPicPr>
          <p:cNvPr id="317" name="Google Shape;317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versidad Andrés Bello - Red Campus Sustentable" id="318" name="Google Shape;318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5850" y="1630000"/>
            <a:ext cx="5948375" cy="4603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08575" y="1630000"/>
            <a:ext cx="5839276" cy="4603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1"/>
          <p:cNvSpPr/>
          <p:nvPr/>
        </p:nvSpPr>
        <p:spPr>
          <a:xfrm>
            <a:off x="0" y="0"/>
            <a:ext cx="3496422" cy="6858000"/>
          </a:xfrm>
          <a:custGeom>
            <a:rect b="b" l="l" r="r" t="t"/>
            <a:pathLst>
              <a:path extrusionOk="0" h="6858000" w="3496422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26" name="Google Shape;326;p31"/>
          <p:cNvSpPr/>
          <p:nvPr/>
        </p:nvSpPr>
        <p:spPr>
          <a:xfrm>
            <a:off x="1375409" y="0"/>
            <a:ext cx="2529723" cy="6858000"/>
          </a:xfrm>
          <a:custGeom>
            <a:rect b="b" l="l" r="r" t="t"/>
            <a:pathLst>
              <a:path extrusionOk="0" h="6858000" w="2529723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27" name="Google Shape;327;p31"/>
          <p:cNvSpPr/>
          <p:nvPr/>
        </p:nvSpPr>
        <p:spPr>
          <a:xfrm>
            <a:off x="1155402" y="0"/>
            <a:ext cx="2536434" cy="6858000"/>
          </a:xfrm>
          <a:custGeom>
            <a:rect b="b" l="l" r="r" t="t"/>
            <a:pathLst>
              <a:path extrusionOk="0" h="6858000" w="2536434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28" name="Google Shape;328;p31"/>
          <p:cNvSpPr/>
          <p:nvPr/>
        </p:nvSpPr>
        <p:spPr>
          <a:xfrm>
            <a:off x="924161" y="0"/>
            <a:ext cx="2261351" cy="6858000"/>
          </a:xfrm>
          <a:custGeom>
            <a:rect b="b" l="l" r="r" t="t"/>
            <a:pathLst>
              <a:path extrusionOk="0" h="6858000" w="2521425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DCD6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29" name="Google Shape;329;p31"/>
          <p:cNvSpPr/>
          <p:nvPr/>
        </p:nvSpPr>
        <p:spPr>
          <a:xfrm>
            <a:off x="0" y="0"/>
            <a:ext cx="3496422" cy="6858000"/>
          </a:xfrm>
          <a:custGeom>
            <a:rect b="b" l="l" r="r" t="t"/>
            <a:pathLst>
              <a:path extrusionOk="0" h="6858000" w="3496422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30" name="Google Shape;330;p31"/>
          <p:cNvSpPr/>
          <p:nvPr/>
        </p:nvSpPr>
        <p:spPr>
          <a:xfrm>
            <a:off x="1375409" y="0"/>
            <a:ext cx="2529723" cy="6858000"/>
          </a:xfrm>
          <a:custGeom>
            <a:rect b="b" l="l" r="r" t="t"/>
            <a:pathLst>
              <a:path extrusionOk="0" h="6858000" w="2529723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31" name="Google Shape;331;p31"/>
          <p:cNvSpPr/>
          <p:nvPr/>
        </p:nvSpPr>
        <p:spPr>
          <a:xfrm>
            <a:off x="1155402" y="0"/>
            <a:ext cx="2536434" cy="6858000"/>
          </a:xfrm>
          <a:custGeom>
            <a:rect b="b" l="l" r="r" t="t"/>
            <a:pathLst>
              <a:path extrusionOk="0" h="6858000" w="2536434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32" name="Google Shape;332;p31"/>
          <p:cNvSpPr/>
          <p:nvPr/>
        </p:nvSpPr>
        <p:spPr>
          <a:xfrm>
            <a:off x="924161" y="0"/>
            <a:ext cx="2261351" cy="6858000"/>
          </a:xfrm>
          <a:custGeom>
            <a:rect b="b" l="l" r="r" t="t"/>
            <a:pathLst>
              <a:path extrusionOk="0" h="6858000" w="2521425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DCD6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33" name="Google Shape;333;p3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34" name="Google Shape;334;p31"/>
          <p:cNvSpPr txBox="1"/>
          <p:nvPr>
            <p:ph type="title"/>
          </p:nvPr>
        </p:nvSpPr>
        <p:spPr>
          <a:xfrm>
            <a:off x="116100" y="2613762"/>
            <a:ext cx="6779700" cy="16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900"/>
              <a:buFont typeface="Times New Roman"/>
              <a:buNone/>
            </a:pPr>
            <a:r>
              <a:rPr lang="es-CL" sz="42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continuación una demostración</a:t>
            </a:r>
            <a:endParaRPr sz="4200"/>
          </a:p>
        </p:txBody>
      </p:sp>
      <p:sp>
        <p:nvSpPr>
          <p:cNvPr id="335" name="Google Shape;335;p31"/>
          <p:cNvSpPr/>
          <p:nvPr/>
        </p:nvSpPr>
        <p:spPr>
          <a:xfrm flipH="1">
            <a:off x="6986049" y="0"/>
            <a:ext cx="5205951" cy="6858000"/>
          </a:xfrm>
          <a:custGeom>
            <a:rect b="b" l="l" r="r" t="t"/>
            <a:pathLst>
              <a:path extrusionOk="0" h="6858000" w="5205951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36" name="Google Shape;336;p31"/>
          <p:cNvSpPr/>
          <p:nvPr/>
        </p:nvSpPr>
        <p:spPr>
          <a:xfrm flipH="1">
            <a:off x="6553480" y="0"/>
            <a:ext cx="2529723" cy="6858000"/>
          </a:xfrm>
          <a:custGeom>
            <a:rect b="b" l="l" r="r" t="t"/>
            <a:pathLst>
              <a:path extrusionOk="0" h="6858000" w="2529723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37" name="Google Shape;337;p31"/>
          <p:cNvSpPr/>
          <p:nvPr/>
        </p:nvSpPr>
        <p:spPr>
          <a:xfrm flipH="1">
            <a:off x="6758825" y="0"/>
            <a:ext cx="2536434" cy="6858000"/>
          </a:xfrm>
          <a:custGeom>
            <a:rect b="b" l="l" r="r" t="t"/>
            <a:pathLst>
              <a:path extrusionOk="0" h="6858000" w="2536434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338" name="Google Shape;33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05050" y="1966963"/>
            <a:ext cx="2924075" cy="2924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versidad Andrés Bello - Red Campus Sustentable" id="339" name="Google Shape;339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ketchLinesVTI">
  <a:themeElements>
    <a:clrScheme name="SketchLines">
      <a:dk1>
        <a:srgbClr val="000000"/>
      </a:dk1>
      <a:lt1>
        <a:srgbClr val="FFFFFF"/>
      </a:lt1>
      <a:dk2>
        <a:srgbClr val="564E4E"/>
      </a:dk2>
      <a:lt2>
        <a:srgbClr val="EEEBE2"/>
      </a:lt2>
      <a:accent1>
        <a:srgbClr val="E54837"/>
      </a:accent1>
      <a:accent2>
        <a:srgbClr val="947F53"/>
      </a:accent2>
      <a:accent3>
        <a:srgbClr val="BE8D64"/>
      </a:accent3>
      <a:accent4>
        <a:srgbClr val="E0C171"/>
      </a:accent4>
      <a:accent5>
        <a:srgbClr val="968572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